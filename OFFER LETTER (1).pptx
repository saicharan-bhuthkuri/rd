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</p:sldIdLst>
  <p:sldSz cx="15113000" cy="21374100"/>
  <p:notesSz cx="6858000" cy="9144000"/>
  <p:embeddedFontLst>
    <p:embeddedFont>
      <p:font typeface="Inter Bold" panose="02000503000000020004"/>
      <p:bold r:id="rId7"/>
    </p:embeddedFont>
    <p:embeddedFont>
      <p:font typeface="Inter" panose="02000503000000020004"/>
      <p:regular r:id="rId8"/>
    </p:embeddedFont>
    <p:embeddedFont>
      <p:font typeface="Calibri" panose="020F0502020204030204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3.fntdata"/><Relationship Id="rId8" Type="http://schemas.openxmlformats.org/officeDocument/2006/relationships/font" Target="fonts/font2.fntdata"/><Relationship Id="rId7" Type="http://schemas.openxmlformats.org/officeDocument/2006/relationships/font" Target="fonts/font1.fntdata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font" Target="fonts/font6.fntdata"/><Relationship Id="rId11" Type="http://schemas.openxmlformats.org/officeDocument/2006/relationships/font" Target="fonts/font5.fntdata"/><Relationship Id="rId10" Type="http://schemas.openxmlformats.org/officeDocument/2006/relationships/font" Target="fonts/font4.fntdata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7053" y="42070"/>
            <a:ext cx="14739776" cy="4334472"/>
          </a:xfrm>
          <a:custGeom>
            <a:avLst/>
            <a:gdLst/>
            <a:ahLst/>
            <a:cxnLst/>
            <a:rect l="l" t="t" r="r" b="b"/>
            <a:pathLst>
              <a:path w="14739776" h="4334472">
                <a:moveTo>
                  <a:pt x="0" y="0"/>
                </a:moveTo>
                <a:lnTo>
                  <a:pt x="14739776" y="0"/>
                </a:lnTo>
                <a:lnTo>
                  <a:pt x="14739776" y="4334472"/>
                </a:lnTo>
                <a:lnTo>
                  <a:pt x="0" y="433447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6941" y="19273658"/>
            <a:ext cx="15120000" cy="1957615"/>
          </a:xfrm>
          <a:custGeom>
            <a:avLst/>
            <a:gdLst/>
            <a:ahLst/>
            <a:cxnLst/>
            <a:rect l="l" t="t" r="r" b="b"/>
            <a:pathLst>
              <a:path w="15120000" h="1957615">
                <a:moveTo>
                  <a:pt x="0" y="0"/>
                </a:moveTo>
                <a:lnTo>
                  <a:pt x="15120000" y="0"/>
                </a:lnTo>
                <a:lnTo>
                  <a:pt x="15120000" y="1957615"/>
                </a:lnTo>
                <a:lnTo>
                  <a:pt x="0" y="19576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278217" y="4657335"/>
            <a:ext cx="4563567" cy="854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000000"/>
                </a:solidFill>
                <a:latin typeface="Inter Bold" panose="02000503000000020004"/>
                <a:ea typeface="Inter Bold" panose="02000503000000020004"/>
                <a:cs typeface="Inter Bold" panose="02000503000000020004"/>
                <a:sym typeface="Inter Bold" panose="02000503000000020004"/>
              </a:rPr>
              <a:t>OFFER LETTER</a:t>
            </a:r>
            <a:endParaRPr lang="en-US" sz="5000" b="1">
              <a:solidFill>
                <a:srgbClr val="000000"/>
              </a:solidFill>
              <a:latin typeface="Inter Bold" panose="02000503000000020004"/>
              <a:ea typeface="Inter Bold" panose="02000503000000020004"/>
              <a:cs typeface="Inter Bold" panose="02000503000000020004"/>
              <a:sym typeface="Inter Bold" panose="020005030000000200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63295" y="6715125"/>
            <a:ext cx="8020050" cy="825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b="1">
                <a:solidFill>
                  <a:srgbClr val="000000"/>
                </a:solidFill>
                <a:latin typeface="Inter Bold" panose="02000503000000020004"/>
                <a:ea typeface="Inter Bold" panose="02000503000000020004"/>
                <a:cs typeface="Inter Bold" panose="02000503000000020004"/>
                <a:sym typeface="Inter Bold" panose="02000503000000020004"/>
              </a:rPr>
              <a:t>Ref. No.:</a:t>
            </a:r>
            <a:r>
              <a:rPr lang="en-IN" altLang="en-US" sz="2300" b="1">
                <a:solidFill>
                  <a:srgbClr val="000000"/>
                </a:solidFill>
                <a:latin typeface="Inter Bold" panose="02000503000000020004"/>
                <a:ea typeface="Inter Bold" panose="02000503000000020004"/>
                <a:cs typeface="Inter Bold" panose="02000503000000020004"/>
                <a:sym typeface="Inter Bold" panose="02000503000000020004"/>
              </a:rPr>
              <a:t> </a:t>
            </a:r>
            <a:r>
              <a:rPr lang="en-IN" altLang="en-US" sz="2300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{{R&amp;D/COORD/OFFER/2026-2027/001}}</a:t>
            </a:r>
            <a:endParaRPr lang="en-US" sz="2300" b="1">
              <a:solidFill>
                <a:srgbClr val="000000"/>
              </a:solidFill>
              <a:latin typeface="Inter Bold" panose="02000503000000020004"/>
              <a:ea typeface="Inter Bold" panose="02000503000000020004"/>
              <a:cs typeface="Inter Bold" panose="02000503000000020004"/>
              <a:sym typeface="Inter Bold" panose="02000503000000020004"/>
            </a:endParaRPr>
          </a:p>
          <a:p>
            <a:pPr algn="ctr">
              <a:lnSpc>
                <a:spcPts val="3220"/>
              </a:lnSpc>
              <a:spcBef>
                <a:spcPct val="0"/>
              </a:spcBef>
            </a:pPr>
            <a:endParaRPr lang="en-US" sz="2300" b="1">
              <a:solidFill>
                <a:srgbClr val="000000"/>
              </a:solidFill>
              <a:latin typeface="Inter Bold" panose="02000503000000020004"/>
              <a:ea typeface="Inter Bold" panose="02000503000000020004"/>
              <a:cs typeface="Inter Bold" panose="02000503000000020004"/>
              <a:sym typeface="Inter Bold" panose="020005030000000200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273790" y="7228840"/>
            <a:ext cx="1953895" cy="55562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000000"/>
                </a:solidFill>
                <a:latin typeface="Inter Bold" panose="02000503000000020004"/>
                <a:ea typeface="Inter Bold" panose="02000503000000020004"/>
                <a:cs typeface="Inter Bold" panose="02000503000000020004"/>
                <a:sym typeface="Inter Bold" panose="02000503000000020004"/>
              </a:rPr>
              <a:t>Date:</a:t>
            </a:r>
            <a:r>
              <a:rPr lang="en-IN" altLang="en-US" sz="2200" b="1">
                <a:solidFill>
                  <a:srgbClr val="000000"/>
                </a:solidFill>
                <a:latin typeface="Inter Bold" panose="02000503000000020004"/>
                <a:ea typeface="Inter Bold" panose="02000503000000020004"/>
                <a:cs typeface="Inter Bold" panose="02000503000000020004"/>
                <a:sym typeface="Inter Bold" panose="02000503000000020004"/>
              </a:rPr>
              <a:t> </a:t>
            </a:r>
            <a:r>
              <a:rPr lang="en-IN" altLang="en-US" sz="2200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{{Date}}</a:t>
            </a:r>
            <a:r>
              <a:rPr lang="en-IN" altLang="en-US" sz="2200">
                <a:solidFill>
                  <a:srgbClr val="000000"/>
                </a:solidFill>
                <a:latin typeface="Inter Bold" panose="02000503000000020004"/>
                <a:ea typeface="Inter Bold" panose="02000503000000020004"/>
                <a:cs typeface="Inter Bold" panose="02000503000000020004"/>
                <a:sym typeface="Inter Bold" panose="02000503000000020004"/>
              </a:rPr>
              <a:t> </a:t>
            </a:r>
            <a:r>
              <a:rPr lang="en-US" sz="2200">
                <a:solidFill>
                  <a:srgbClr val="000000"/>
                </a:solidFill>
                <a:latin typeface="Inter Bold" panose="02000503000000020004"/>
                <a:ea typeface="Inter Bold" panose="02000503000000020004"/>
                <a:cs typeface="Inter Bold" panose="02000503000000020004"/>
                <a:sym typeface="Inter Bold" panose="02000503000000020004"/>
              </a:rPr>
              <a:t> </a:t>
            </a:r>
            <a:endParaRPr lang="en-US" sz="2200">
              <a:solidFill>
                <a:srgbClr val="000000"/>
              </a:solidFill>
              <a:latin typeface="Inter Bold" panose="02000503000000020004"/>
              <a:ea typeface="Inter Bold" panose="02000503000000020004"/>
              <a:cs typeface="Inter Bold" panose="02000503000000020004"/>
              <a:sym typeface="Inter Bold" panose="020005030000000200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12000" y="17762368"/>
            <a:ext cx="2197695" cy="763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1">
                <a:solidFill>
                  <a:srgbClr val="000000"/>
                </a:solidFill>
                <a:latin typeface="Inter Bold" panose="02000503000000020004"/>
                <a:ea typeface="Inter Bold" panose="02000503000000020004"/>
                <a:cs typeface="Inter Bold" panose="02000503000000020004"/>
                <a:sym typeface="Inter Bold" panose="02000503000000020004"/>
              </a:rPr>
              <a:t>Principal</a:t>
            </a:r>
            <a:endParaRPr lang="en-US" sz="2200" b="1">
              <a:solidFill>
                <a:srgbClr val="000000"/>
              </a:solidFill>
              <a:latin typeface="Inter Bold" panose="02000503000000020004"/>
              <a:ea typeface="Inter Bold" panose="02000503000000020004"/>
              <a:cs typeface="Inter Bold" panose="02000503000000020004"/>
              <a:sym typeface="Inter Bold" panose="02000503000000020004"/>
            </a:endParaRPr>
          </a:p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000000"/>
                </a:solidFill>
                <a:latin typeface="Inter Bold" panose="02000503000000020004"/>
                <a:ea typeface="Inter Bold" panose="02000503000000020004"/>
                <a:cs typeface="Inter Bold" panose="02000503000000020004"/>
                <a:sym typeface="Inter Bold" panose="02000503000000020004"/>
              </a:rPr>
              <a:t>Dr. Mani Ganesh</a:t>
            </a:r>
            <a:endParaRPr lang="en-US" sz="2200" b="1">
              <a:solidFill>
                <a:srgbClr val="000000"/>
              </a:solidFill>
              <a:latin typeface="Inter Bold" panose="02000503000000020004"/>
              <a:ea typeface="Inter Bold" panose="02000503000000020004"/>
              <a:cs typeface="Inter Bold" panose="02000503000000020004"/>
              <a:sym typeface="Inter Bold" panose="02000503000000020004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588194" y="16982818"/>
            <a:ext cx="2568911" cy="1542952"/>
          </a:xfrm>
          <a:custGeom>
            <a:avLst/>
            <a:gdLst/>
            <a:ahLst/>
            <a:cxnLst/>
            <a:rect l="l" t="t" r="r" b="b"/>
            <a:pathLst>
              <a:path w="2568911" h="1542952">
                <a:moveTo>
                  <a:pt x="0" y="0"/>
                </a:moveTo>
                <a:lnTo>
                  <a:pt x="2568912" y="0"/>
                </a:lnTo>
                <a:lnTo>
                  <a:pt x="2568912" y="1542953"/>
                </a:lnTo>
                <a:lnTo>
                  <a:pt x="0" y="15429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1245490" y="17762368"/>
            <a:ext cx="3240815" cy="763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000000"/>
                </a:solidFill>
                <a:latin typeface="Inter Bold" panose="02000503000000020004"/>
                <a:ea typeface="Inter Bold" panose="02000503000000020004"/>
                <a:cs typeface="Inter Bold" panose="02000503000000020004"/>
                <a:sym typeface="Inter Bold" panose="02000503000000020004"/>
              </a:rPr>
              <a:t>R&amp;D Chief Coordinator</a:t>
            </a:r>
            <a:endParaRPr lang="en-US" sz="2200" b="1">
              <a:solidFill>
                <a:srgbClr val="000000"/>
              </a:solidFill>
              <a:latin typeface="Inter Bold" panose="02000503000000020004"/>
              <a:ea typeface="Inter Bold" panose="02000503000000020004"/>
              <a:cs typeface="Inter Bold" panose="02000503000000020004"/>
              <a:sym typeface="Inter Bold" panose="02000503000000020004"/>
            </a:endParaRPr>
          </a:p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000000"/>
                </a:solidFill>
                <a:latin typeface="Inter Bold" panose="02000503000000020004"/>
                <a:ea typeface="Inter Bold" panose="02000503000000020004"/>
                <a:cs typeface="Inter Bold" panose="02000503000000020004"/>
                <a:sym typeface="Inter Bold" panose="02000503000000020004"/>
              </a:rPr>
              <a:t>Dr. Vootla Ashok Kuma r</a:t>
            </a:r>
            <a:endParaRPr lang="en-US" sz="2200" b="1">
              <a:solidFill>
                <a:srgbClr val="000000"/>
              </a:solidFill>
              <a:latin typeface="Inter Bold" panose="02000503000000020004"/>
              <a:ea typeface="Inter Bold" panose="02000503000000020004"/>
              <a:cs typeface="Inter Bold" panose="02000503000000020004"/>
              <a:sym typeface="Inter Bold" panose="02000503000000020004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11502230" y="16339020"/>
            <a:ext cx="2727334" cy="2396436"/>
          </a:xfrm>
          <a:custGeom>
            <a:avLst/>
            <a:gdLst/>
            <a:ahLst/>
            <a:cxnLst/>
            <a:rect l="l" t="t" r="r" b="b"/>
            <a:pathLst>
              <a:path w="2727334" h="2396436">
                <a:moveTo>
                  <a:pt x="0" y="0"/>
                </a:moveTo>
                <a:lnTo>
                  <a:pt x="2727334" y="0"/>
                </a:lnTo>
                <a:lnTo>
                  <a:pt x="2727334" y="2396436"/>
                </a:lnTo>
                <a:lnTo>
                  <a:pt x="0" y="23964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963419" y="8020165"/>
            <a:ext cx="13266145" cy="6714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To,</a:t>
            </a:r>
            <a:endParaRPr lang="en-US" sz="2200">
              <a:solidFill>
                <a:srgbClr val="00000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Mr./Ms.</a:t>
            </a:r>
            <a:r>
              <a:rPr lang="en-US" altLang="en-US" sz="2200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{{Student Name}}</a:t>
            </a:r>
            <a:endParaRPr lang="en-US" altLang="en-US" sz="2200">
              <a:solidFill>
                <a:srgbClr val="00000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altLang="en-US" sz="2200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{{Year &amp; Branch}}</a:t>
            </a:r>
            <a:endParaRPr lang="en-US" altLang="en-US" sz="2200">
              <a:solidFill>
                <a:srgbClr val="00000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Trinity College of Engineering &amp; Technology (Autonomous), Peddapalli.</a:t>
            </a:r>
            <a:endParaRPr lang="en-US" sz="2200">
              <a:solidFill>
                <a:srgbClr val="00000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Inter Bold" panose="02000503000000020004"/>
                <a:ea typeface="Inter Bold" panose="02000503000000020004"/>
                <a:cs typeface="Inter Bold" panose="02000503000000020004"/>
                <a:sym typeface="Inter Bold" panose="02000503000000020004"/>
              </a:rPr>
              <a:t>Subject: </a:t>
            </a:r>
            <a:r>
              <a:rPr lang="en-US" sz="2200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Offer of Appointment as Student Coordinator – R&amp;D Cell</a:t>
            </a:r>
            <a:endParaRPr lang="en-US" sz="2200">
              <a:solidFill>
                <a:srgbClr val="00000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algn="l">
              <a:lnSpc>
                <a:spcPts val="3080"/>
              </a:lnSpc>
              <a:spcBef>
                <a:spcPct val="0"/>
              </a:spcBef>
            </a:p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Dear Mr./Ms.</a:t>
            </a:r>
            <a:r>
              <a:rPr lang="en-US" altLang="en-US" sz="2200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{{Student Name}}</a:t>
            </a:r>
            <a:r>
              <a:rPr lang="en-US" sz="2200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,</a:t>
            </a:r>
            <a:endParaRPr lang="en-US" sz="2200">
              <a:solidFill>
                <a:srgbClr val="00000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Research &amp; Development (R&amp;D) Cell of Trinity College of Engineering &amp; Technology (Autonomous), Peddapalli, is pleased to offer you the role of</a:t>
            </a:r>
            <a:r>
              <a:rPr lang="en-IN" altLang="en-US" sz="2200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Student Coordinator - {{Year &amp; Branch}} </a:t>
            </a:r>
            <a:r>
              <a:rPr lang="en-US" sz="2200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for the academic year</a:t>
            </a:r>
            <a:r>
              <a:rPr lang="en-IN" altLang="en-US" sz="2200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2026-2027.</a:t>
            </a:r>
            <a:endParaRPr lang="en-US" sz="2200">
              <a:solidFill>
                <a:srgbClr val="00000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algn="l">
              <a:lnSpc>
                <a:spcPts val="3080"/>
              </a:lnSpc>
              <a:spcBef>
                <a:spcPct val="0"/>
              </a:spcBef>
            </a:p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As a Student Coordinator , you will support the R&amp;D Cell in promoting</a:t>
            </a:r>
            <a:r>
              <a:rPr lang="en-IN" altLang="en-US" sz="2200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Research, Innovation,Hackathons, Workshops, Projects and other R&amp;D activities </a:t>
            </a:r>
            <a:r>
              <a:rPr lang="en-US" sz="2200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among students of your department and assist in coordinating related activities.</a:t>
            </a:r>
            <a:endParaRPr lang="en-US" sz="2200">
              <a:solidFill>
                <a:srgbClr val="00000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algn="l">
              <a:lnSpc>
                <a:spcPts val="3080"/>
              </a:lnSpc>
              <a:spcBef>
                <a:spcPct val="0"/>
              </a:spcBef>
            </a:p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We look forward to your active participation and contribution towards building a strong culture of </a:t>
            </a:r>
            <a:r>
              <a:rPr lang="en-IN" altLang="en-US" sz="2200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Reserch, Innovation and Entrepreneurship </a:t>
            </a:r>
            <a:r>
              <a:rPr lang="en-US" sz="2200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in the institution.</a:t>
            </a:r>
            <a:endParaRPr lang="en-US" sz="2200">
              <a:solidFill>
                <a:srgbClr val="00000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948</Words>
  <Application>WPS Presentation</Application>
  <PresentationFormat>On-screen Show (4:3)</PresentationFormat>
  <Paragraphs>26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SimSun</vt:lpstr>
      <vt:lpstr>Wingdings</vt:lpstr>
      <vt:lpstr>Inter Bold</vt:lpstr>
      <vt:lpstr>Inter</vt:lpstr>
      <vt:lpstr>Calibri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OFFER LETTER</dc:title>
  <dc:creator/>
  <cp:lastModifiedBy>Saicharan Bhuthkuri</cp:lastModifiedBy>
  <cp:revision>11</cp:revision>
  <dcterms:created xsi:type="dcterms:W3CDTF">2006-08-16T00:00:00Z</dcterms:created>
  <dcterms:modified xsi:type="dcterms:W3CDTF">2026-08-06T17:01:27Z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4113B0256A5C42A4BCAC42237F89E253_12</vt:lpwstr>
  </property>
</Properties>
</file>