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</p:sldIdLst>
  <p:sldSz cx="10693400" cy="7556500"/>
  <p:notesSz cx="6858000" cy="9144000"/>
  <p:embeddedFontLst>
    <p:embeddedFont>
      <p:font typeface="Cardo Bold" panose="02020804080000020003"/>
      <p:bold r:id="rId8"/>
    </p:embeddedFont>
    <p:embeddedFont>
      <p:font typeface="Cardo" panose="02020600000000000000"/>
      <p:regular r:id="rId9"/>
      <p:bold r:id="rId10"/>
      <p:italic r:id="rId11"/>
    </p:embeddedFont>
    <p:embeddedFont>
      <p:font typeface="Bebas Neue Bold" panose="020B0606020202050201"/>
      <p:bold r:id="rId12"/>
    </p:embeddedFont>
    <p:embeddedFont>
      <p:font typeface="Calibri" panose="020F050202020403020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208"/>
        <p:guide pos="29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9.fntdata"/><Relationship Id="rId15" Type="http://schemas.openxmlformats.org/officeDocument/2006/relationships/font" Target="fonts/font8.fntdata"/><Relationship Id="rId14" Type="http://schemas.openxmlformats.org/officeDocument/2006/relationships/font" Target="fonts/font7.fntdata"/><Relationship Id="rId13" Type="http://schemas.openxmlformats.org/officeDocument/2006/relationships/font" Target="fonts/font6.fntdata"/><Relationship Id="rId12" Type="http://schemas.openxmlformats.org/officeDocument/2006/relationships/font" Target="fonts/font5.fntdata"/><Relationship Id="rId11" Type="http://schemas.openxmlformats.org/officeDocument/2006/relationships/font" Target="fonts/font4.fntdata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5390" y="1143000"/>
            <a:ext cx="436722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0" Type="http://schemas.openxmlformats.org/officeDocument/2006/relationships/notesSlide" Target="../notesSlides/notesSlide1.xm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6200"/>
            <a:ext cx="10693400" cy="7605395"/>
          </a:xfrm>
          <a:custGeom>
            <a:avLst/>
            <a:gdLst/>
            <a:ahLst/>
            <a:cxnLst/>
            <a:rect l="l" t="t" r="r" b="b"/>
            <a:pathLst>
              <a:path w="10759393" h="7605546">
                <a:moveTo>
                  <a:pt x="0" y="0"/>
                </a:moveTo>
                <a:lnTo>
                  <a:pt x="10759393" y="0"/>
                </a:lnTo>
                <a:lnTo>
                  <a:pt x="10759393" y="7605546"/>
                </a:lnTo>
                <a:lnTo>
                  <a:pt x="0" y="760554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3605079" y="1447762"/>
            <a:ext cx="946061" cy="301019"/>
            <a:chOff x="0" y="0"/>
            <a:chExt cx="1261415" cy="401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1364" cy="401320"/>
            </a:xfrm>
            <a:custGeom>
              <a:avLst/>
              <a:gdLst/>
              <a:ahLst/>
              <a:cxnLst/>
              <a:rect l="l" t="t" r="r" b="b"/>
              <a:pathLst>
                <a:path w="1261364" h="401320">
                  <a:moveTo>
                    <a:pt x="0" y="0"/>
                  </a:moveTo>
                  <a:lnTo>
                    <a:pt x="1261364" y="0"/>
                  </a:lnTo>
                  <a:lnTo>
                    <a:pt x="126136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" b="-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0">
            <a:off x="4407799" y="1447762"/>
            <a:ext cx="1741618" cy="301019"/>
            <a:chOff x="0" y="0"/>
            <a:chExt cx="2322157" cy="401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22195" cy="401320"/>
            </a:xfrm>
            <a:custGeom>
              <a:avLst/>
              <a:gdLst/>
              <a:ahLst/>
              <a:cxnLst/>
              <a:rect l="l" t="t" r="r" b="b"/>
              <a:pathLst>
                <a:path w="2322195" h="401320">
                  <a:moveTo>
                    <a:pt x="0" y="0"/>
                  </a:moveTo>
                  <a:lnTo>
                    <a:pt x="2322195" y="0"/>
                  </a:lnTo>
                  <a:lnTo>
                    <a:pt x="2322195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6142253" y="1447762"/>
            <a:ext cx="946061" cy="301019"/>
            <a:chOff x="0" y="0"/>
            <a:chExt cx="1261415" cy="4013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61364" cy="401320"/>
            </a:xfrm>
            <a:custGeom>
              <a:avLst/>
              <a:gdLst/>
              <a:ahLst/>
              <a:cxnLst/>
              <a:rect l="l" t="t" r="r" b="b"/>
              <a:pathLst>
                <a:path w="1261364" h="401320">
                  <a:moveTo>
                    <a:pt x="0" y="0"/>
                  </a:moveTo>
                  <a:lnTo>
                    <a:pt x="1261364" y="0"/>
                  </a:lnTo>
                  <a:lnTo>
                    <a:pt x="126136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-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3605079" y="2322157"/>
            <a:ext cx="673713" cy="150514"/>
            <a:chOff x="0" y="0"/>
            <a:chExt cx="898284" cy="200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8271" cy="200660"/>
            </a:xfrm>
            <a:custGeom>
              <a:avLst/>
              <a:gdLst/>
              <a:ahLst/>
              <a:cxnLst/>
              <a:rect l="l" t="t" r="r" b="b"/>
              <a:pathLst>
                <a:path w="898271" h="200660">
                  <a:moveTo>
                    <a:pt x="0" y="0"/>
                  </a:moveTo>
                  <a:lnTo>
                    <a:pt x="898271" y="0"/>
                  </a:lnTo>
                  <a:lnTo>
                    <a:pt x="898271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4320130" y="2238165"/>
            <a:ext cx="630907" cy="17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0"/>
              </a:lnSpc>
            </a:pPr>
            <a:r>
              <a:rPr lang="en-US" sz="96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DIPLOMA</a:t>
            </a:r>
            <a:endParaRPr lang="en-US" sz="96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4945342" y="2178815"/>
            <a:ext cx="136179" cy="293856"/>
            <a:chOff x="0" y="0"/>
            <a:chExt cx="181572" cy="391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1610" cy="391795"/>
            </a:xfrm>
            <a:custGeom>
              <a:avLst/>
              <a:gdLst/>
              <a:ahLst/>
              <a:cxnLst/>
              <a:rect l="l" t="t" r="r" b="b"/>
              <a:pathLst>
                <a:path w="181610" h="391795">
                  <a:moveTo>
                    <a:pt x="0" y="0"/>
                  </a:moveTo>
                  <a:lnTo>
                    <a:pt x="181610" y="0"/>
                  </a:lnTo>
                  <a:lnTo>
                    <a:pt x="181610" y="391795"/>
                  </a:lnTo>
                  <a:lnTo>
                    <a:pt x="0" y="391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0" b="-3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5740889" y="2178815"/>
            <a:ext cx="279521" cy="293856"/>
            <a:chOff x="0" y="0"/>
            <a:chExt cx="372694" cy="391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2745" cy="391795"/>
            </a:xfrm>
            <a:custGeom>
              <a:avLst/>
              <a:gdLst/>
              <a:ahLst/>
              <a:cxnLst/>
              <a:rect l="l" t="t" r="r" b="b"/>
              <a:pathLst>
                <a:path w="372745" h="391795">
                  <a:moveTo>
                    <a:pt x="0" y="0"/>
                  </a:moveTo>
                  <a:lnTo>
                    <a:pt x="372745" y="0"/>
                  </a:lnTo>
                  <a:lnTo>
                    <a:pt x="372745" y="391795"/>
                  </a:lnTo>
                  <a:lnTo>
                    <a:pt x="0" y="391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3" b="-3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6414611" y="2322157"/>
            <a:ext cx="673713" cy="150514"/>
            <a:chOff x="0" y="0"/>
            <a:chExt cx="898284" cy="2006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98271" cy="200660"/>
            </a:xfrm>
            <a:custGeom>
              <a:avLst/>
              <a:gdLst/>
              <a:ahLst/>
              <a:cxnLst/>
              <a:rect l="l" t="t" r="r" b="b"/>
              <a:pathLst>
                <a:path w="898271" h="200660">
                  <a:moveTo>
                    <a:pt x="0" y="0"/>
                  </a:moveTo>
                  <a:lnTo>
                    <a:pt x="898271" y="0"/>
                  </a:lnTo>
                  <a:lnTo>
                    <a:pt x="898271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" b="-12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955730" y="465679"/>
            <a:ext cx="732671" cy="867591"/>
            <a:chOff x="0" y="0"/>
            <a:chExt cx="4099611" cy="48545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99560" cy="4854575"/>
            </a:xfrm>
            <a:custGeom>
              <a:avLst/>
              <a:gdLst/>
              <a:ahLst/>
              <a:cxnLst/>
              <a:rect l="l" t="t" r="r" b="b"/>
              <a:pathLst>
                <a:path w="4099560" h="4854575">
                  <a:moveTo>
                    <a:pt x="0" y="0"/>
                  </a:moveTo>
                  <a:lnTo>
                    <a:pt x="4099560" y="0"/>
                  </a:lnTo>
                  <a:lnTo>
                    <a:pt x="4099560" y="4854575"/>
                  </a:lnTo>
                  <a:lnTo>
                    <a:pt x="0" y="4854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850" r="-385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2673353" y="4208768"/>
            <a:ext cx="5217690" cy="150514"/>
            <a:chOff x="0" y="0"/>
            <a:chExt cx="6956920" cy="2006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56933" cy="200660"/>
            </a:xfrm>
            <a:custGeom>
              <a:avLst/>
              <a:gdLst/>
              <a:ahLst/>
              <a:cxnLst/>
              <a:rect l="l" t="t" r="r" b="b"/>
              <a:pathLst>
                <a:path w="6956933" h="200660">
                  <a:moveTo>
                    <a:pt x="0" y="0"/>
                  </a:moveTo>
                  <a:lnTo>
                    <a:pt x="6956933" y="0"/>
                  </a:lnTo>
                  <a:lnTo>
                    <a:pt x="6956933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12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 rot="0">
            <a:off x="6713811" y="6716982"/>
            <a:ext cx="1263739" cy="759038"/>
            <a:chOff x="0" y="0"/>
            <a:chExt cx="1684985" cy="1012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85036" cy="1012063"/>
            </a:xfrm>
            <a:custGeom>
              <a:avLst/>
              <a:gdLst/>
              <a:ahLst/>
              <a:cxnLst/>
              <a:rect l="l" t="t" r="r" b="b"/>
              <a:pathLst>
                <a:path w="1685036" h="1012063">
                  <a:moveTo>
                    <a:pt x="0" y="0"/>
                  </a:moveTo>
                  <a:lnTo>
                    <a:pt x="1685036" y="0"/>
                  </a:lnTo>
                  <a:lnTo>
                    <a:pt x="1685036" y="1012063"/>
                  </a:lnTo>
                  <a:lnTo>
                    <a:pt x="0" y="101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21" r="3" b="-11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 rot="0">
            <a:off x="3157357" y="6663633"/>
            <a:ext cx="1077982" cy="947195"/>
            <a:chOff x="0" y="0"/>
            <a:chExt cx="1437310" cy="12629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37259" cy="1262888"/>
            </a:xfrm>
            <a:custGeom>
              <a:avLst/>
              <a:gdLst/>
              <a:ahLst/>
              <a:cxnLst/>
              <a:rect l="l" t="t" r="r" b="b"/>
              <a:pathLst>
                <a:path w="1437259" h="1262888">
                  <a:moveTo>
                    <a:pt x="0" y="0"/>
                  </a:moveTo>
                  <a:lnTo>
                    <a:pt x="1437259" y="0"/>
                  </a:lnTo>
                  <a:lnTo>
                    <a:pt x="1437259" y="1262888"/>
                  </a:lnTo>
                  <a:lnTo>
                    <a:pt x="0" y="1262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83" r="-88" b="-3"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8052568" y="379714"/>
            <a:ext cx="752572" cy="752572"/>
          </a:xfrm>
          <a:custGeom>
            <a:avLst/>
            <a:gdLst/>
            <a:ahLst/>
            <a:cxnLst/>
            <a:rect l="l" t="t" r="r" b="b"/>
            <a:pathLst>
              <a:path w="752572" h="752572">
                <a:moveTo>
                  <a:pt x="0" y="0"/>
                </a:moveTo>
                <a:lnTo>
                  <a:pt x="752572" y="0"/>
                </a:lnTo>
                <a:lnTo>
                  <a:pt x="752572" y="752572"/>
                </a:lnTo>
                <a:lnTo>
                  <a:pt x="0" y="752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877461" y="516821"/>
            <a:ext cx="853127" cy="722310"/>
          </a:xfrm>
          <a:custGeom>
            <a:avLst/>
            <a:gdLst/>
            <a:ahLst/>
            <a:cxnLst/>
            <a:rect l="l" t="t" r="r" b="b"/>
            <a:pathLst>
              <a:path w="853127" h="722310">
                <a:moveTo>
                  <a:pt x="0" y="0"/>
                </a:moveTo>
                <a:lnTo>
                  <a:pt x="853127" y="0"/>
                </a:lnTo>
                <a:lnTo>
                  <a:pt x="853127" y="722311"/>
                </a:lnTo>
                <a:lnTo>
                  <a:pt x="0" y="7223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55730" y="1529822"/>
            <a:ext cx="773426" cy="817169"/>
          </a:xfrm>
          <a:custGeom>
            <a:avLst/>
            <a:gdLst/>
            <a:ahLst/>
            <a:cxnLst/>
            <a:rect l="l" t="t" r="r" b="b"/>
            <a:pathLst>
              <a:path w="773426" h="817169">
                <a:moveTo>
                  <a:pt x="0" y="0"/>
                </a:moveTo>
                <a:lnTo>
                  <a:pt x="773426" y="0"/>
                </a:lnTo>
                <a:lnTo>
                  <a:pt x="773426" y="817169"/>
                </a:lnTo>
                <a:lnTo>
                  <a:pt x="0" y="8171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289047" y="1315007"/>
            <a:ext cx="1100195" cy="623400"/>
          </a:xfrm>
          <a:custGeom>
            <a:avLst/>
            <a:gdLst/>
            <a:ahLst/>
            <a:cxnLst/>
            <a:rect l="l" t="t" r="r" b="b"/>
            <a:pathLst>
              <a:path w="1100195" h="623400">
                <a:moveTo>
                  <a:pt x="0" y="0"/>
                </a:moveTo>
                <a:lnTo>
                  <a:pt x="1100195" y="0"/>
                </a:lnTo>
                <a:lnTo>
                  <a:pt x="1100195" y="623400"/>
                </a:lnTo>
                <a:lnTo>
                  <a:pt x="0" y="623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898646" y="379714"/>
            <a:ext cx="752572" cy="752572"/>
          </a:xfrm>
          <a:custGeom>
            <a:avLst/>
            <a:gdLst/>
            <a:ahLst/>
            <a:cxnLst/>
            <a:rect l="l" t="t" r="r" b="b"/>
            <a:pathLst>
              <a:path w="752572" h="752572">
                <a:moveTo>
                  <a:pt x="0" y="0"/>
                </a:moveTo>
                <a:lnTo>
                  <a:pt x="752572" y="0"/>
                </a:lnTo>
                <a:lnTo>
                  <a:pt x="752572" y="752572"/>
                </a:lnTo>
                <a:lnTo>
                  <a:pt x="0" y="75257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77113" y="2311689"/>
            <a:ext cx="5656812" cy="89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0"/>
              </a:lnSpc>
            </a:pPr>
            <a:r>
              <a:rPr lang="en-US" sz="4770" b="1" spc="715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CERTIFICATE</a:t>
            </a:r>
            <a:endParaRPr lang="en-US" sz="4770" b="1" spc="715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832400" y="4461562"/>
            <a:ext cx="7239781" cy="184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altLang="en-US" sz="1280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We sincerely appreciate your outstanding dedication, expertise, impartiality, and fair judgment demonstrated while serving as an official Judge for the {{EVENT NAME}}, organized by Trinity College of Engineering and Technology - Automation, Peddapalli, and held on {{DATE}}.</a:t>
            </a: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  <a:r>
              <a:rPr lang="en-US" altLang="en-US" sz="1280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Your valuable time, professional insight, and commitment to maintaining the highest standards of fairness and excellence are sincerely appreciated.</a:t>
            </a: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</a:p>
          <a:p>
            <a:pPr algn="ctr">
              <a:lnSpc>
                <a:spcPts val="1795"/>
              </a:lnSpc>
            </a:pPr>
          </a:p>
        </p:txBody>
      </p:sp>
      <p:grpSp>
        <p:nvGrpSpPr>
          <p:cNvPr id="33" name="Group 33"/>
          <p:cNvGrpSpPr/>
          <p:nvPr/>
        </p:nvGrpSpPr>
        <p:grpSpPr>
          <a:xfrm rot="0">
            <a:off x="4006444" y="6059581"/>
            <a:ext cx="2544337" cy="301019"/>
            <a:chOff x="0" y="0"/>
            <a:chExt cx="3392449" cy="40135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392424" cy="401320"/>
            </a:xfrm>
            <a:custGeom>
              <a:avLst/>
              <a:gdLst/>
              <a:ahLst/>
              <a:cxnLst/>
              <a:rect l="l" t="t" r="r" b="b"/>
              <a:pathLst>
                <a:path w="3392424" h="401320">
                  <a:moveTo>
                    <a:pt x="0" y="0"/>
                  </a:moveTo>
                  <a:lnTo>
                    <a:pt x="3392424" y="0"/>
                  </a:lnTo>
                  <a:lnTo>
                    <a:pt x="339242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b="-9"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3143860" y="6226182"/>
            <a:ext cx="4341524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0"/>
              </a:lnSpc>
            </a:pPr>
            <a:r>
              <a:rPr lang="en-US" altLang="en-US" sz="1065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Excellence is not just achieved; it is recognized, respected, and celebrated.</a:t>
            </a:r>
            <a:endParaRPr lang="en-US" altLang="en-US" sz="1065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185084" y="3798573"/>
            <a:ext cx="4322274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5"/>
              </a:lnSpc>
            </a:pPr>
            <a:r>
              <a:rPr lang="en-US" sz="2405" b="1">
                <a:solidFill>
                  <a:srgbClr val="0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{{</a:t>
            </a:r>
            <a:r>
              <a:rPr lang="en-US" altLang="en-US" sz="2405" b="1">
                <a:solidFill>
                  <a:srgbClr val="0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Judge's Full Name</a:t>
            </a:r>
            <a:r>
              <a:rPr lang="en-US" sz="2405" b="1">
                <a:solidFill>
                  <a:srgbClr val="0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}} </a:t>
            </a:r>
            <a:endParaRPr lang="en-US" sz="2405" b="1">
              <a:solidFill>
                <a:srgbClr val="00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507438" y="830351"/>
            <a:ext cx="3764080" cy="409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</a:pPr>
            <a:r>
              <a:rPr lang="en-US" sz="2135" b="1">
                <a:solidFill>
                  <a:srgbClr val="0D1E4A"/>
                </a:solidFill>
                <a:latin typeface="Bebas Neue Bold" panose="020B0606020202050201"/>
                <a:ea typeface="Bebas Neue Bold" panose="020B0606020202050201"/>
                <a:cs typeface="Bebas Neue Bold" panose="020B0606020202050201"/>
                <a:sym typeface="Bebas Neue Bold" panose="020B0606020202050201"/>
              </a:rPr>
              <a:t>COLLEGE OF ENGINEERING AND TECHNOLOGY</a:t>
            </a:r>
            <a:endParaRPr lang="en-US" sz="2135" b="1">
              <a:solidFill>
                <a:srgbClr val="0D1E4A"/>
              </a:solidFill>
              <a:latin typeface="Bebas Neue Bold" panose="020B0606020202050201"/>
              <a:ea typeface="Bebas Neue Bold" panose="020B0606020202050201"/>
              <a:cs typeface="Bebas Neue Bold" panose="020B0606020202050201"/>
              <a:sym typeface="Bebas Neue Bold" panose="020B0606020202050201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266667" y="1190349"/>
            <a:ext cx="2202837" cy="230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</a:pPr>
            <a:r>
              <a:rPr lang="en-US" sz="128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(An Autonomous Institution)</a:t>
            </a:r>
            <a:endParaRPr lang="en-US" sz="128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801333" y="1510497"/>
            <a:ext cx="1026566" cy="19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5"/>
              </a:lnSpc>
            </a:pPr>
            <a:r>
              <a:rPr 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PEDDAPALLI</a:t>
            </a:r>
            <a:endParaRPr lang="en-US" sz="1115" b="1">
              <a:solidFill>
                <a:srgbClr val="FFFFFF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186636" y="1741561"/>
            <a:ext cx="4320130" cy="43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"/>
              </a:lnSpc>
            </a:pPr>
            <a:r>
              <a:rPr lang="en-US" sz="1065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Approved by AICTE, Recognized by NAAC, Recognized under 2 (f) of UGC, Affiliate to JNTU, Hyderabad &amp; Affiliated to SBTET</a:t>
            </a:r>
            <a:endParaRPr lang="en-US" sz="1065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186296" y="2224840"/>
            <a:ext cx="545363" cy="19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0"/>
              </a:lnSpc>
            </a:pPr>
            <a:r>
              <a:rPr lang="en-US" sz="1040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B.TECH</a:t>
            </a:r>
            <a:endParaRPr lang="en-US" sz="1040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020381" y="2220582"/>
            <a:ext cx="310105" cy="19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5"/>
              </a:lnSpc>
            </a:pPr>
            <a:r>
              <a:rPr lang="en-US" sz="985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MBA</a:t>
            </a:r>
            <a:endParaRPr lang="en-US" sz="985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266667" y="233458"/>
            <a:ext cx="2523639" cy="66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5"/>
              </a:lnSpc>
            </a:pPr>
            <a:r>
              <a:rPr lang="en-US" sz="3490" b="1" spc="523">
                <a:solidFill>
                  <a:srgbClr val="86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TRINITY</a:t>
            </a:r>
            <a:endParaRPr lang="en-US" sz="3490" b="1" spc="523">
              <a:solidFill>
                <a:srgbClr val="86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927475" y="3504565"/>
            <a:ext cx="2710180" cy="27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altLang="en-US" sz="1515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This certificate is awarded to</a:t>
            </a:r>
            <a:endParaRPr lang="en-US" altLang="en-US" sz="1515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067685" y="6416675"/>
            <a:ext cx="4439920" cy="171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0"/>
              </a:lnSpc>
            </a:pPr>
            <a:r>
              <a:rPr lang="en-US" altLang="en-US" sz="76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WITH SINCERE APPRECIATION FOR YOUR VALUABLE CONTRIBUTION</a:t>
            </a:r>
            <a:endParaRPr lang="en-US" altLang="en-US" sz="76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041266" y="7145445"/>
            <a:ext cx="1366056" cy="12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"/>
              </a:lnSpc>
            </a:pPr>
            <a:r>
              <a:rPr lang="en-US" sz="690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R&amp;D CHEF COORDINATOR</a:t>
            </a:r>
            <a:endParaRPr lang="en-US" sz="690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993484" y="7135349"/>
            <a:ext cx="556060" cy="14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lang="en-US" sz="745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PRINCIPAL</a:t>
            </a:r>
            <a:endParaRPr lang="en-US" sz="745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4539310" y="7392514"/>
            <a:ext cx="2035254" cy="1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5"/>
              </a:lnSpc>
            </a:pPr>
            <a:r>
              <a:rPr lang="en-US" sz="900" b="1">
                <a:solidFill>
                  <a:srgbClr val="C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Certificate ID : TCEK/RD/2026/H0001</a:t>
            </a:r>
            <a:endParaRPr lang="en-US" sz="900" b="1">
              <a:solidFill>
                <a:srgbClr val="C0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49" name="Group 49"/>
          <p:cNvGrpSpPr/>
          <p:nvPr/>
        </p:nvGrpSpPr>
        <p:grpSpPr>
          <a:xfrm rot="0">
            <a:off x="4505869" y="3087580"/>
            <a:ext cx="1497873" cy="236782"/>
            <a:chOff x="0" y="0"/>
            <a:chExt cx="2538971" cy="40135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539010" cy="401320"/>
            </a:xfrm>
            <a:custGeom>
              <a:avLst/>
              <a:gdLst/>
              <a:ahLst/>
              <a:cxnLst/>
              <a:rect l="l" t="t" r="r" b="b"/>
              <a:pathLst>
                <a:path w="2539010" h="401320">
                  <a:moveTo>
                    <a:pt x="0" y="0"/>
                  </a:moveTo>
                  <a:lnTo>
                    <a:pt x="2539010" y="0"/>
                  </a:lnTo>
                  <a:lnTo>
                    <a:pt x="2539010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4670" b="-4680"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4726682" y="3098290"/>
            <a:ext cx="1122415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5"/>
              </a:lnSpc>
            </a:pPr>
            <a:r>
              <a:rPr 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for </a:t>
            </a:r>
            <a:r>
              <a:rPr lang="en-US" alt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Recognition </a:t>
            </a:r>
            <a:endParaRPr lang="en-US" altLang="en-US" sz="1115" b="1">
              <a:solidFill>
                <a:srgbClr val="FFFFFF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52" name="Group 52"/>
          <p:cNvGrpSpPr/>
          <p:nvPr/>
        </p:nvGrpSpPr>
        <p:grpSpPr>
          <a:xfrm rot="0">
            <a:off x="3666284" y="3055462"/>
            <a:ext cx="969300" cy="301019"/>
            <a:chOff x="0" y="0"/>
            <a:chExt cx="1292401" cy="40135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92348" cy="401320"/>
            </a:xfrm>
            <a:custGeom>
              <a:avLst/>
              <a:gdLst/>
              <a:ahLst/>
              <a:cxnLst/>
              <a:rect l="l" t="t" r="r" b="b"/>
              <a:pathLst>
                <a:path w="1292348" h="401320">
                  <a:moveTo>
                    <a:pt x="0" y="0"/>
                  </a:moveTo>
                  <a:lnTo>
                    <a:pt x="1292348" y="0"/>
                  </a:lnTo>
                  <a:lnTo>
                    <a:pt x="1292348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28" r="-4" b="-1237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 rot="0">
            <a:off x="5984854" y="3055462"/>
            <a:ext cx="969300" cy="301019"/>
            <a:chOff x="0" y="0"/>
            <a:chExt cx="1292401" cy="40135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92348" cy="401320"/>
            </a:xfrm>
            <a:custGeom>
              <a:avLst/>
              <a:gdLst/>
              <a:ahLst/>
              <a:cxnLst/>
              <a:rect l="l" t="t" r="r" b="b"/>
              <a:pathLst>
                <a:path w="1292348" h="401320">
                  <a:moveTo>
                    <a:pt x="0" y="0"/>
                  </a:moveTo>
                  <a:lnTo>
                    <a:pt x="1292348" y="0"/>
                  </a:lnTo>
                  <a:lnTo>
                    <a:pt x="1292348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28" r="-4" b="-123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WPS Presentation</Application>
  <PresentationFormat>On-screen Show (4:3)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Cardo Bold</vt:lpstr>
      <vt:lpstr>Cardo</vt:lpstr>
      <vt:lpstr>Bebas Neue Bold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CERTIFICATE_TEMPLATE - hackathon.pptx</dc:title>
  <dc:creator/>
  <cp:lastModifiedBy>Saicharan Bhuthkuri</cp:lastModifiedBy>
  <cp:revision>16</cp:revision>
  <dcterms:created xsi:type="dcterms:W3CDTF">2006-08-16T00:00:00Z</dcterms:created>
  <dcterms:modified xsi:type="dcterms:W3CDTF">2026-09-14T10:44:11Z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952C628C1D274A4F8A0BA40962B158B0_12</vt:lpwstr>
  </property>
  <property fmtid="{D5CDD505-2E9C-101B-9397-08002B2CF9AE}" pid="3" name="KSOProductBuildVer">
    <vt:lpwstr>1033-12.1.0.28485</vt:lpwstr>
  </property>
</Properties>
</file>