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20.fntdata" ContentType="application/x-fontdata"/>
  <Override PartName="/ppt/fonts/font21.fntdata" ContentType="application/x-fontdata"/>
  <Override PartName="/ppt/fonts/font22.fntdata" ContentType="application/x-fontdata"/>
  <Override PartName="/ppt/fonts/font23.fntdata" ContentType="application/x-fontdata"/>
  <Override PartName="/ppt/fonts/font24.fntdata" ContentType="application/x-fontdata"/>
  <Override PartName="/ppt/fonts/font25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3"/>
  </p:sldIdLst>
  <p:sldSz cx="10693400" cy="7556500"/>
  <p:notesSz cx="6858000" cy="9144000"/>
  <p:embeddedFontLst>
    <p:embeddedFont>
      <p:font typeface="Caladea" panose="02040503050406030204"/>
      <p:regular r:id="rId7"/>
      <p:bold r:id="rId8"/>
      <p:italic r:id="rId9"/>
      <p:boldItalic r:id="rId10"/>
    </p:embeddedFont>
    <p:embeddedFont>
      <p:font typeface="Caladea Bold" panose="02040803050406030204"/>
      <p:bold r:id="rId11"/>
    </p:embeddedFont>
    <p:embeddedFont>
      <p:font typeface="Palatino Linotype" panose="02040502050505030304" charset="0"/>
      <p:regular r:id="rId12"/>
      <p:bold r:id="rId13"/>
      <p:italic r:id="rId14"/>
      <p:boldItalic r:id="rId15"/>
    </p:embeddedFont>
    <p:embeddedFont>
      <p:font typeface="Inria Serif"/>
      <p:regular r:id="rId16"/>
    </p:embeddedFont>
    <p:embeddedFont>
      <p:font typeface="Cormorant Garamond" charset="0"/>
      <p:regular r:id="rId17"/>
      <p:bold r:id="rId18"/>
      <p:italic r:id="rId19"/>
      <p:boldItalic r:id="rId20"/>
    </p:embeddedFont>
    <p:embeddedFont>
      <p:font typeface="Cormorant Garamond"/>
      <p:regular r:id="rId21"/>
      <p:bold r:id="rId22"/>
      <p:italic r:id="rId23"/>
      <p:boldItalic r:id="rId24"/>
    </p:embeddedFont>
    <p:embeddedFont>
      <p:font typeface="Cormorant Garamond Bold" panose="00000800000000000000"/>
      <p:bold r:id="rId25"/>
    </p:embeddedFont>
    <p:embeddedFont>
      <p:font typeface="Inria Serif Bold"/>
      <p:bold r:id="rId26"/>
    </p:embeddedFont>
    <p:embeddedFont>
      <p:font typeface="Great Vibes"/>
      <p:regular r:id="rId27"/>
    </p:embeddedFont>
    <p:embeddedFont>
      <p:font typeface="Calibri" panose="020F0502020204030204" charset="0"/>
      <p:regular r:id="rId28"/>
      <p:bold r:id="rId29"/>
      <p:italic r:id="rId30"/>
      <p:boldItalic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font" Target="fonts/font3.fntdata"/><Relationship Id="rId8" Type="http://schemas.openxmlformats.org/officeDocument/2006/relationships/font" Target="fonts/font2.fntdata"/><Relationship Id="rId7" Type="http://schemas.openxmlformats.org/officeDocument/2006/relationships/font" Target="fonts/font1.fntdata"/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1" Type="http://schemas.openxmlformats.org/officeDocument/2006/relationships/font" Target="fonts/font25.fntdata"/><Relationship Id="rId30" Type="http://schemas.openxmlformats.org/officeDocument/2006/relationships/font" Target="fonts/font24.fntdata"/><Relationship Id="rId3" Type="http://schemas.openxmlformats.org/officeDocument/2006/relationships/slide" Target="slides/slide1.xml"/><Relationship Id="rId29" Type="http://schemas.openxmlformats.org/officeDocument/2006/relationships/font" Target="fonts/font23.fntdata"/><Relationship Id="rId28" Type="http://schemas.openxmlformats.org/officeDocument/2006/relationships/font" Target="fonts/font22.fntdata"/><Relationship Id="rId27" Type="http://schemas.openxmlformats.org/officeDocument/2006/relationships/font" Target="fonts/font21.fntdata"/><Relationship Id="rId26" Type="http://schemas.openxmlformats.org/officeDocument/2006/relationships/font" Target="fonts/font20.fntdata"/><Relationship Id="rId25" Type="http://schemas.openxmlformats.org/officeDocument/2006/relationships/font" Target="fonts/font19.fntdata"/><Relationship Id="rId24" Type="http://schemas.openxmlformats.org/officeDocument/2006/relationships/font" Target="fonts/font18.fntdata"/><Relationship Id="rId23" Type="http://schemas.openxmlformats.org/officeDocument/2006/relationships/font" Target="fonts/font17.fntdata"/><Relationship Id="rId22" Type="http://schemas.openxmlformats.org/officeDocument/2006/relationships/font" Target="fonts/font16.fntdata"/><Relationship Id="rId21" Type="http://schemas.openxmlformats.org/officeDocument/2006/relationships/font" Target="fonts/font15.fntdata"/><Relationship Id="rId20" Type="http://schemas.openxmlformats.org/officeDocument/2006/relationships/font" Target="fonts/font14.fntdata"/><Relationship Id="rId2" Type="http://schemas.openxmlformats.org/officeDocument/2006/relationships/theme" Target="theme/theme1.xml"/><Relationship Id="rId19" Type="http://schemas.openxmlformats.org/officeDocument/2006/relationships/font" Target="fonts/font13.fntdata"/><Relationship Id="rId18" Type="http://schemas.openxmlformats.org/officeDocument/2006/relationships/font" Target="fonts/font12.fntdata"/><Relationship Id="rId17" Type="http://schemas.openxmlformats.org/officeDocument/2006/relationships/font" Target="fonts/font11.fntdata"/><Relationship Id="rId16" Type="http://schemas.openxmlformats.org/officeDocument/2006/relationships/font" Target="fonts/font10.fntdata"/><Relationship Id="rId15" Type="http://schemas.openxmlformats.org/officeDocument/2006/relationships/font" Target="fonts/font9.fntdata"/><Relationship Id="rId14" Type="http://schemas.openxmlformats.org/officeDocument/2006/relationships/font" Target="fonts/font8.fntdata"/><Relationship Id="rId13" Type="http://schemas.openxmlformats.org/officeDocument/2006/relationships/font" Target="fonts/font7.fntdata"/><Relationship Id="rId12" Type="http://schemas.openxmlformats.org/officeDocument/2006/relationships/font" Target="fonts/font6.fntdata"/><Relationship Id="rId11" Type="http://schemas.openxmlformats.org/officeDocument/2006/relationships/font" Target="fonts/font5.fntdata"/><Relationship Id="rId10" Type="http://schemas.openxmlformats.org/officeDocument/2006/relationships/font" Target="fonts/font4.fntdata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0692000" cy="7524531"/>
          </a:xfrm>
          <a:custGeom>
            <a:avLst/>
            <a:gdLst/>
            <a:ahLst/>
            <a:cxnLst/>
            <a:rect l="l" t="t" r="r" b="b"/>
            <a:pathLst>
              <a:path w="10692000" h="7524531">
                <a:moveTo>
                  <a:pt x="0" y="0"/>
                </a:moveTo>
                <a:lnTo>
                  <a:pt x="10692000" y="0"/>
                </a:lnTo>
                <a:lnTo>
                  <a:pt x="10692000" y="7524531"/>
                </a:lnTo>
                <a:lnTo>
                  <a:pt x="0" y="7524531"/>
                </a:lnTo>
                <a:lnTo>
                  <a:pt x="0" y="0"/>
                </a:lnTo>
                <a:close/>
              </a:path>
            </a:pathLst>
          </a:custGeom>
          <a:blipFill>
            <a:blip r:embed="rId1"/>
            <a:stretch>
              <a:fillRect/>
            </a:stretch>
          </a:blipFill>
        </p:spPr>
        <p:txBody>
          <a:bodyPr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 rot="0">
            <a:off x="729615" y="3596640"/>
            <a:ext cx="8944928" cy="4434840"/>
            <a:chOff x="0" y="0"/>
            <a:chExt cx="11926570" cy="5913120"/>
          </a:xfrm>
        </p:grpSpPr>
        <p:grpSp>
          <p:nvGrpSpPr>
            <p:cNvPr id="4" name="Group 4"/>
            <p:cNvGrpSpPr/>
            <p:nvPr/>
          </p:nvGrpSpPr>
          <p:grpSpPr>
            <a:xfrm rot="0">
              <a:off x="1250950" y="1925320"/>
              <a:ext cx="4941570" cy="3759200"/>
              <a:chOff x="0" y="0"/>
              <a:chExt cx="4941570" cy="3759200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50800" y="-4496"/>
                <a:ext cx="4839970" cy="3711878"/>
              </a:xfrm>
              <a:custGeom>
                <a:avLst/>
                <a:gdLst/>
                <a:ahLst/>
                <a:cxnLst/>
                <a:rect l="l" t="t" r="r" b="b"/>
                <a:pathLst>
                  <a:path w="4839970" h="3711878">
                    <a:moveTo>
                      <a:pt x="0" y="2384476"/>
                    </a:moveTo>
                    <a:cubicBezTo>
                      <a:pt x="0" y="2383206"/>
                      <a:pt x="11430" y="2337486"/>
                      <a:pt x="17780" y="2314626"/>
                    </a:cubicBezTo>
                    <a:cubicBezTo>
                      <a:pt x="22860" y="2290496"/>
                      <a:pt x="34290" y="2244776"/>
                      <a:pt x="35560" y="2243506"/>
                    </a:cubicBezTo>
                    <a:cubicBezTo>
                      <a:pt x="35560" y="2243506"/>
                      <a:pt x="57150" y="2201596"/>
                      <a:pt x="68580" y="2180006"/>
                    </a:cubicBezTo>
                    <a:cubicBezTo>
                      <a:pt x="80010" y="2158416"/>
                      <a:pt x="101600" y="2116506"/>
                      <a:pt x="102870" y="2115236"/>
                    </a:cubicBezTo>
                    <a:cubicBezTo>
                      <a:pt x="102870" y="2113966"/>
                      <a:pt x="134620" y="2079676"/>
                      <a:pt x="151130" y="2060626"/>
                    </a:cubicBezTo>
                    <a:cubicBezTo>
                      <a:pt x="166370" y="2042846"/>
                      <a:pt x="198120" y="2007286"/>
                      <a:pt x="198120" y="2006016"/>
                    </a:cubicBezTo>
                    <a:cubicBezTo>
                      <a:pt x="199390" y="2006016"/>
                      <a:pt x="238760" y="1979346"/>
                      <a:pt x="257810" y="1965376"/>
                    </a:cubicBezTo>
                    <a:cubicBezTo>
                      <a:pt x="278130" y="1951406"/>
                      <a:pt x="317500" y="1924736"/>
                      <a:pt x="317500" y="1924736"/>
                    </a:cubicBezTo>
                    <a:cubicBezTo>
                      <a:pt x="317500" y="1924736"/>
                      <a:pt x="317500" y="1924736"/>
                      <a:pt x="318770" y="1924736"/>
                    </a:cubicBezTo>
                    <a:cubicBezTo>
                      <a:pt x="318770" y="1923466"/>
                      <a:pt x="363220" y="1906956"/>
                      <a:pt x="386080" y="1898066"/>
                    </a:cubicBezTo>
                    <a:cubicBezTo>
                      <a:pt x="408940" y="1889176"/>
                      <a:pt x="453390" y="1872666"/>
                      <a:pt x="453390" y="1872666"/>
                    </a:cubicBezTo>
                    <a:cubicBezTo>
                      <a:pt x="454660" y="1872666"/>
                      <a:pt x="514350" y="1865046"/>
                      <a:pt x="525780" y="1863776"/>
                    </a:cubicBezTo>
                    <a:cubicBezTo>
                      <a:pt x="529590" y="1863776"/>
                      <a:pt x="532130" y="1863776"/>
                      <a:pt x="533400" y="1862506"/>
                    </a:cubicBezTo>
                    <a:cubicBezTo>
                      <a:pt x="533400" y="1862506"/>
                      <a:pt x="532130" y="1861236"/>
                      <a:pt x="532130" y="1859966"/>
                    </a:cubicBezTo>
                    <a:cubicBezTo>
                      <a:pt x="530860" y="1859966"/>
                      <a:pt x="529590" y="1858696"/>
                      <a:pt x="529590" y="1858696"/>
                    </a:cubicBezTo>
                    <a:cubicBezTo>
                      <a:pt x="528320" y="1858696"/>
                      <a:pt x="490220" y="1825676"/>
                      <a:pt x="469900" y="1809166"/>
                    </a:cubicBezTo>
                    <a:cubicBezTo>
                      <a:pt x="449580" y="1792656"/>
                      <a:pt x="411480" y="1760906"/>
                      <a:pt x="410210" y="1759636"/>
                    </a:cubicBezTo>
                    <a:cubicBezTo>
                      <a:pt x="408940" y="1759636"/>
                      <a:pt x="379730" y="1718996"/>
                      <a:pt x="364490" y="1697406"/>
                    </a:cubicBezTo>
                    <a:cubicBezTo>
                      <a:pt x="347980" y="1677086"/>
                      <a:pt x="318770" y="1636446"/>
                      <a:pt x="317500" y="1635176"/>
                    </a:cubicBezTo>
                    <a:cubicBezTo>
                      <a:pt x="317500" y="1633906"/>
                      <a:pt x="298450" y="1586916"/>
                      <a:pt x="288290" y="1564056"/>
                    </a:cubicBezTo>
                    <a:cubicBezTo>
                      <a:pt x="278130" y="1539926"/>
                      <a:pt x="257810" y="1492936"/>
                      <a:pt x="257810" y="1491666"/>
                    </a:cubicBezTo>
                    <a:cubicBezTo>
                      <a:pt x="257810" y="1490396"/>
                      <a:pt x="250190" y="1440866"/>
                      <a:pt x="246380" y="1415466"/>
                    </a:cubicBezTo>
                    <a:cubicBezTo>
                      <a:pt x="242570" y="1390066"/>
                      <a:pt x="234950" y="1339266"/>
                      <a:pt x="234950" y="1337996"/>
                    </a:cubicBezTo>
                    <a:cubicBezTo>
                      <a:pt x="233680" y="1337996"/>
                      <a:pt x="238760" y="1287196"/>
                      <a:pt x="241300" y="1260526"/>
                    </a:cubicBezTo>
                    <a:cubicBezTo>
                      <a:pt x="243840" y="1235126"/>
                      <a:pt x="247650" y="1184326"/>
                      <a:pt x="247650" y="1184326"/>
                    </a:cubicBezTo>
                    <a:cubicBezTo>
                      <a:pt x="247650" y="1183056"/>
                      <a:pt x="264160" y="1134796"/>
                      <a:pt x="273050" y="1110666"/>
                    </a:cubicBezTo>
                    <a:cubicBezTo>
                      <a:pt x="281940" y="1085266"/>
                      <a:pt x="298450" y="1038276"/>
                      <a:pt x="298450" y="1037006"/>
                    </a:cubicBezTo>
                    <a:cubicBezTo>
                      <a:pt x="298450" y="1035736"/>
                      <a:pt x="326390" y="993826"/>
                      <a:pt x="340360" y="972236"/>
                    </a:cubicBezTo>
                    <a:cubicBezTo>
                      <a:pt x="354330" y="949376"/>
                      <a:pt x="381000" y="907466"/>
                      <a:pt x="382270" y="906196"/>
                    </a:cubicBezTo>
                    <a:cubicBezTo>
                      <a:pt x="383540" y="904926"/>
                      <a:pt x="420370" y="870636"/>
                      <a:pt x="438150" y="852856"/>
                    </a:cubicBezTo>
                    <a:cubicBezTo>
                      <a:pt x="457200" y="835076"/>
                      <a:pt x="494030" y="800786"/>
                      <a:pt x="495300" y="799516"/>
                    </a:cubicBezTo>
                    <a:cubicBezTo>
                      <a:pt x="495300" y="799516"/>
                      <a:pt x="539750" y="774116"/>
                      <a:pt x="562610" y="761416"/>
                    </a:cubicBezTo>
                    <a:cubicBezTo>
                      <a:pt x="585470" y="748716"/>
                      <a:pt x="628650" y="723316"/>
                      <a:pt x="629920" y="723316"/>
                    </a:cubicBezTo>
                    <a:cubicBezTo>
                      <a:pt x="633730" y="720776"/>
                      <a:pt x="1069340" y="376606"/>
                      <a:pt x="1292860" y="263576"/>
                    </a:cubicBezTo>
                    <a:cubicBezTo>
                      <a:pt x="1492250" y="161976"/>
                      <a:pt x="1667510" y="88316"/>
                      <a:pt x="1898650" y="55296"/>
                    </a:cubicBezTo>
                    <a:cubicBezTo>
                      <a:pt x="2186940" y="13386"/>
                      <a:pt x="2722880" y="-62814"/>
                      <a:pt x="2895600" y="97206"/>
                    </a:cubicBezTo>
                    <a:cubicBezTo>
                      <a:pt x="3048000" y="238176"/>
                      <a:pt x="2974340" y="824916"/>
                      <a:pt x="2984500" y="856666"/>
                    </a:cubicBezTo>
                    <a:cubicBezTo>
                      <a:pt x="2985770" y="859206"/>
                      <a:pt x="2985770" y="857936"/>
                      <a:pt x="2987040" y="859206"/>
                    </a:cubicBezTo>
                    <a:cubicBezTo>
                      <a:pt x="2990850" y="864286"/>
                      <a:pt x="3003550" y="874446"/>
                      <a:pt x="3011170" y="885876"/>
                    </a:cubicBezTo>
                    <a:cubicBezTo>
                      <a:pt x="3021330" y="901116"/>
                      <a:pt x="3028950" y="927786"/>
                      <a:pt x="3039110" y="949376"/>
                    </a:cubicBezTo>
                    <a:cubicBezTo>
                      <a:pt x="3050540" y="969696"/>
                      <a:pt x="3068320" y="991286"/>
                      <a:pt x="3074670" y="1009066"/>
                    </a:cubicBezTo>
                    <a:cubicBezTo>
                      <a:pt x="3079750" y="1021766"/>
                      <a:pt x="3078480" y="1031926"/>
                      <a:pt x="3082290" y="1043356"/>
                    </a:cubicBezTo>
                    <a:cubicBezTo>
                      <a:pt x="3086100" y="1054786"/>
                      <a:pt x="3093720" y="1062406"/>
                      <a:pt x="3097530" y="1075106"/>
                    </a:cubicBezTo>
                    <a:cubicBezTo>
                      <a:pt x="3101340" y="1094156"/>
                      <a:pt x="3100070" y="1122096"/>
                      <a:pt x="3103880" y="1144956"/>
                    </a:cubicBezTo>
                    <a:cubicBezTo>
                      <a:pt x="3107690" y="1167816"/>
                      <a:pt x="3117850" y="1194486"/>
                      <a:pt x="3117850" y="1213536"/>
                    </a:cubicBezTo>
                    <a:cubicBezTo>
                      <a:pt x="3119120" y="1227506"/>
                      <a:pt x="3114040" y="1236396"/>
                      <a:pt x="3114040" y="1247826"/>
                    </a:cubicBezTo>
                    <a:cubicBezTo>
                      <a:pt x="3114040" y="1260526"/>
                      <a:pt x="3119120" y="1269416"/>
                      <a:pt x="3117850" y="1283386"/>
                    </a:cubicBezTo>
                    <a:cubicBezTo>
                      <a:pt x="3116580" y="1302436"/>
                      <a:pt x="3106420" y="1329106"/>
                      <a:pt x="3102610" y="1351966"/>
                    </a:cubicBezTo>
                    <a:cubicBezTo>
                      <a:pt x="3097530" y="1374826"/>
                      <a:pt x="3097530" y="1410386"/>
                      <a:pt x="3093720" y="1420546"/>
                    </a:cubicBezTo>
                    <a:cubicBezTo>
                      <a:pt x="3092450" y="1424356"/>
                      <a:pt x="3089910" y="1425626"/>
                      <a:pt x="3091180" y="1426896"/>
                    </a:cubicBezTo>
                    <a:cubicBezTo>
                      <a:pt x="3093720" y="1431976"/>
                      <a:pt x="3136900" y="1429436"/>
                      <a:pt x="3138170" y="1429436"/>
                    </a:cubicBezTo>
                    <a:cubicBezTo>
                      <a:pt x="3138170" y="1429436"/>
                      <a:pt x="3138170" y="1430706"/>
                      <a:pt x="3138170" y="1430706"/>
                    </a:cubicBezTo>
                    <a:cubicBezTo>
                      <a:pt x="3138170" y="1430706"/>
                      <a:pt x="3185160" y="1444676"/>
                      <a:pt x="3208020" y="1452296"/>
                    </a:cubicBezTo>
                    <a:cubicBezTo>
                      <a:pt x="3232150" y="1458646"/>
                      <a:pt x="3277870" y="1472616"/>
                      <a:pt x="3277870" y="1473886"/>
                    </a:cubicBezTo>
                    <a:cubicBezTo>
                      <a:pt x="3277870" y="1473886"/>
                      <a:pt x="3277870" y="1473886"/>
                      <a:pt x="3279140" y="1473886"/>
                    </a:cubicBezTo>
                    <a:cubicBezTo>
                      <a:pt x="3279140" y="1473886"/>
                      <a:pt x="3321050" y="1498016"/>
                      <a:pt x="3341370" y="1510716"/>
                    </a:cubicBezTo>
                    <a:cubicBezTo>
                      <a:pt x="3362960" y="1523416"/>
                      <a:pt x="3403600" y="1548816"/>
                      <a:pt x="3404870" y="1548816"/>
                    </a:cubicBezTo>
                    <a:cubicBezTo>
                      <a:pt x="3406140" y="1550086"/>
                      <a:pt x="3439160" y="1584376"/>
                      <a:pt x="3456940" y="1600886"/>
                    </a:cubicBezTo>
                    <a:cubicBezTo>
                      <a:pt x="3474720" y="1618666"/>
                      <a:pt x="3509010" y="1651686"/>
                      <a:pt x="3509010" y="1652956"/>
                    </a:cubicBezTo>
                    <a:cubicBezTo>
                      <a:pt x="3510280" y="1654226"/>
                      <a:pt x="3535680" y="1694866"/>
                      <a:pt x="3548380" y="1716456"/>
                    </a:cubicBezTo>
                    <a:cubicBezTo>
                      <a:pt x="3561080" y="1736776"/>
                      <a:pt x="3585210" y="1777416"/>
                      <a:pt x="3586480" y="1778686"/>
                    </a:cubicBezTo>
                    <a:cubicBezTo>
                      <a:pt x="3586480" y="1779956"/>
                      <a:pt x="3585210" y="1820596"/>
                      <a:pt x="3604260" y="1834566"/>
                    </a:cubicBezTo>
                    <a:cubicBezTo>
                      <a:pt x="3658870" y="1873936"/>
                      <a:pt x="3975100" y="1830756"/>
                      <a:pt x="4095750" y="1828216"/>
                    </a:cubicBezTo>
                    <a:cubicBezTo>
                      <a:pt x="4165600" y="1825676"/>
                      <a:pt x="4254500" y="1823136"/>
                      <a:pt x="4262120" y="1823136"/>
                    </a:cubicBezTo>
                    <a:cubicBezTo>
                      <a:pt x="4263390" y="1823136"/>
                      <a:pt x="4263390" y="1823136"/>
                      <a:pt x="4263390" y="1823136"/>
                    </a:cubicBezTo>
                    <a:cubicBezTo>
                      <a:pt x="4264660" y="1823136"/>
                      <a:pt x="4309110" y="1828216"/>
                      <a:pt x="4331970" y="1830756"/>
                    </a:cubicBezTo>
                    <a:cubicBezTo>
                      <a:pt x="4356100" y="1833296"/>
                      <a:pt x="4400550" y="1838376"/>
                      <a:pt x="4401820" y="1838376"/>
                    </a:cubicBezTo>
                    <a:cubicBezTo>
                      <a:pt x="4403090" y="1838376"/>
                      <a:pt x="4445000" y="1854886"/>
                      <a:pt x="4466590" y="1862506"/>
                    </a:cubicBezTo>
                    <a:cubicBezTo>
                      <a:pt x="4488180" y="1871396"/>
                      <a:pt x="4531360" y="1886636"/>
                      <a:pt x="4532630" y="1886636"/>
                    </a:cubicBezTo>
                    <a:cubicBezTo>
                      <a:pt x="4532630" y="1887906"/>
                      <a:pt x="4570730" y="1913306"/>
                      <a:pt x="4589780" y="1926006"/>
                    </a:cubicBezTo>
                    <a:cubicBezTo>
                      <a:pt x="4608830" y="1939976"/>
                      <a:pt x="4646930" y="1965376"/>
                      <a:pt x="4646930" y="1965376"/>
                    </a:cubicBezTo>
                    <a:cubicBezTo>
                      <a:pt x="4648200" y="1966646"/>
                      <a:pt x="4677410" y="1999666"/>
                      <a:pt x="4693920" y="2017446"/>
                    </a:cubicBezTo>
                    <a:cubicBezTo>
                      <a:pt x="4709160" y="2035226"/>
                      <a:pt x="4739640" y="2068246"/>
                      <a:pt x="4739640" y="2069516"/>
                    </a:cubicBezTo>
                    <a:cubicBezTo>
                      <a:pt x="4740910" y="2070786"/>
                      <a:pt x="4761230" y="2110156"/>
                      <a:pt x="4772660" y="2130476"/>
                    </a:cubicBezTo>
                    <a:cubicBezTo>
                      <a:pt x="4784090" y="2150796"/>
                      <a:pt x="4804410" y="2191436"/>
                      <a:pt x="4805680" y="2192706"/>
                    </a:cubicBezTo>
                    <a:cubicBezTo>
                      <a:pt x="4805680" y="2192706"/>
                      <a:pt x="4817110" y="2237156"/>
                      <a:pt x="4822190" y="2260016"/>
                    </a:cubicBezTo>
                    <a:cubicBezTo>
                      <a:pt x="4828540" y="2282876"/>
                      <a:pt x="4838700" y="2326056"/>
                      <a:pt x="4839970" y="2327326"/>
                    </a:cubicBezTo>
                    <a:cubicBezTo>
                      <a:pt x="4839970" y="2328596"/>
                      <a:pt x="4839970" y="2374316"/>
                      <a:pt x="4839970" y="2397176"/>
                    </a:cubicBezTo>
                    <a:cubicBezTo>
                      <a:pt x="4839970" y="2420036"/>
                      <a:pt x="4839970" y="2465756"/>
                      <a:pt x="4839970" y="2467026"/>
                    </a:cubicBezTo>
                    <a:cubicBezTo>
                      <a:pt x="4839970" y="2467026"/>
                      <a:pt x="4829810" y="2511476"/>
                      <a:pt x="4823460" y="2534336"/>
                    </a:cubicBezTo>
                    <a:cubicBezTo>
                      <a:pt x="4818380" y="2557196"/>
                      <a:pt x="4808220" y="2600376"/>
                      <a:pt x="4806950" y="2601646"/>
                    </a:cubicBezTo>
                    <a:cubicBezTo>
                      <a:pt x="4806950" y="2602916"/>
                      <a:pt x="4786630" y="2643556"/>
                      <a:pt x="4775200" y="2663876"/>
                    </a:cubicBezTo>
                    <a:cubicBezTo>
                      <a:pt x="4765040" y="2684196"/>
                      <a:pt x="4743450" y="2724836"/>
                      <a:pt x="4743450" y="2724836"/>
                    </a:cubicBezTo>
                    <a:cubicBezTo>
                      <a:pt x="4743450" y="2726106"/>
                      <a:pt x="4712970" y="2760396"/>
                      <a:pt x="4697730" y="2778176"/>
                    </a:cubicBezTo>
                    <a:cubicBezTo>
                      <a:pt x="4682490" y="2794686"/>
                      <a:pt x="4652010" y="2828976"/>
                      <a:pt x="4652010" y="2830246"/>
                    </a:cubicBezTo>
                    <a:cubicBezTo>
                      <a:pt x="4650740" y="2830246"/>
                      <a:pt x="4613910" y="2856916"/>
                      <a:pt x="4594860" y="2869616"/>
                    </a:cubicBezTo>
                    <a:cubicBezTo>
                      <a:pt x="4575810" y="2883586"/>
                      <a:pt x="4538980" y="2908986"/>
                      <a:pt x="4537710" y="2910256"/>
                    </a:cubicBezTo>
                    <a:cubicBezTo>
                      <a:pt x="4536440" y="2910256"/>
                      <a:pt x="4494530" y="2926766"/>
                      <a:pt x="4472940" y="2934386"/>
                    </a:cubicBezTo>
                    <a:cubicBezTo>
                      <a:pt x="4451350" y="2943276"/>
                      <a:pt x="4408170" y="2959786"/>
                      <a:pt x="4408170" y="2959786"/>
                    </a:cubicBezTo>
                    <a:cubicBezTo>
                      <a:pt x="4406900" y="2959786"/>
                      <a:pt x="4361180" y="2966136"/>
                      <a:pt x="4338320" y="2968676"/>
                    </a:cubicBezTo>
                    <a:cubicBezTo>
                      <a:pt x="4315460" y="2971216"/>
                      <a:pt x="4271010" y="2977566"/>
                      <a:pt x="4269740" y="2977566"/>
                    </a:cubicBezTo>
                    <a:cubicBezTo>
                      <a:pt x="4267200" y="2977566"/>
                      <a:pt x="3521710" y="2977566"/>
                      <a:pt x="3482340" y="3020746"/>
                    </a:cubicBezTo>
                    <a:cubicBezTo>
                      <a:pt x="3474720" y="3029636"/>
                      <a:pt x="3483610" y="3037256"/>
                      <a:pt x="3483610" y="3048686"/>
                    </a:cubicBezTo>
                    <a:cubicBezTo>
                      <a:pt x="3484880" y="3067736"/>
                      <a:pt x="3487420" y="3123616"/>
                      <a:pt x="3487420" y="3124886"/>
                    </a:cubicBezTo>
                    <a:cubicBezTo>
                      <a:pt x="3487420" y="3126156"/>
                      <a:pt x="3478530" y="3174416"/>
                      <a:pt x="3473450" y="3199816"/>
                    </a:cubicBezTo>
                    <a:cubicBezTo>
                      <a:pt x="3468370" y="3223946"/>
                      <a:pt x="3459480" y="3273476"/>
                      <a:pt x="3459480" y="3274746"/>
                    </a:cubicBezTo>
                    <a:cubicBezTo>
                      <a:pt x="3458210" y="3274746"/>
                      <a:pt x="3437890" y="3320466"/>
                      <a:pt x="3426460" y="3343326"/>
                    </a:cubicBezTo>
                    <a:cubicBezTo>
                      <a:pt x="3416300" y="3366186"/>
                      <a:pt x="3395980" y="3411906"/>
                      <a:pt x="3394710" y="3413176"/>
                    </a:cubicBezTo>
                    <a:cubicBezTo>
                      <a:pt x="3394710" y="3413176"/>
                      <a:pt x="3364230" y="3452546"/>
                      <a:pt x="3347720" y="3471596"/>
                    </a:cubicBezTo>
                    <a:cubicBezTo>
                      <a:pt x="3332480" y="3491916"/>
                      <a:pt x="3300730" y="3531286"/>
                      <a:pt x="3300730" y="3531286"/>
                    </a:cubicBezTo>
                    <a:cubicBezTo>
                      <a:pt x="3299460" y="3532556"/>
                      <a:pt x="3260090" y="3563036"/>
                      <a:pt x="3239770" y="3578276"/>
                    </a:cubicBezTo>
                    <a:cubicBezTo>
                      <a:pt x="3219450" y="3593516"/>
                      <a:pt x="3180080" y="3623996"/>
                      <a:pt x="3180080" y="3625266"/>
                    </a:cubicBezTo>
                    <a:cubicBezTo>
                      <a:pt x="3178810" y="3625266"/>
                      <a:pt x="3133090" y="3645586"/>
                      <a:pt x="3110230" y="3655746"/>
                    </a:cubicBezTo>
                    <a:cubicBezTo>
                      <a:pt x="3087370" y="3665906"/>
                      <a:pt x="3041650" y="3686226"/>
                      <a:pt x="3040380" y="3686226"/>
                    </a:cubicBezTo>
                    <a:cubicBezTo>
                      <a:pt x="3039110" y="3686226"/>
                      <a:pt x="2990850" y="3695116"/>
                      <a:pt x="2965450" y="3698926"/>
                    </a:cubicBezTo>
                    <a:cubicBezTo>
                      <a:pt x="2940050" y="3704006"/>
                      <a:pt x="2891790" y="3711626"/>
                      <a:pt x="2890520" y="3711626"/>
                    </a:cubicBezTo>
                    <a:cubicBezTo>
                      <a:pt x="2889250" y="3712896"/>
                      <a:pt x="2839720" y="3709086"/>
                      <a:pt x="2814320" y="3706546"/>
                    </a:cubicBezTo>
                    <a:cubicBezTo>
                      <a:pt x="2788920" y="3705276"/>
                      <a:pt x="2739390" y="3701466"/>
                      <a:pt x="2738120" y="3701466"/>
                    </a:cubicBezTo>
                    <a:cubicBezTo>
                      <a:pt x="2736850" y="3701466"/>
                      <a:pt x="2689860" y="3686226"/>
                      <a:pt x="2665730" y="3678606"/>
                    </a:cubicBezTo>
                    <a:cubicBezTo>
                      <a:pt x="2641600" y="3670986"/>
                      <a:pt x="2594610" y="3655746"/>
                      <a:pt x="2593340" y="3655746"/>
                    </a:cubicBezTo>
                    <a:cubicBezTo>
                      <a:pt x="2592070" y="3654476"/>
                      <a:pt x="2550160" y="3629076"/>
                      <a:pt x="2528570" y="3615106"/>
                    </a:cubicBezTo>
                    <a:cubicBezTo>
                      <a:pt x="2506980" y="3602406"/>
                      <a:pt x="2465070" y="3575736"/>
                      <a:pt x="2463800" y="3575736"/>
                    </a:cubicBezTo>
                    <a:cubicBezTo>
                      <a:pt x="2462530" y="3574466"/>
                      <a:pt x="2399030" y="3518586"/>
                      <a:pt x="2350770" y="3480486"/>
                    </a:cubicBezTo>
                    <a:cubicBezTo>
                      <a:pt x="2265680" y="3415716"/>
                      <a:pt x="2038350" y="3241726"/>
                      <a:pt x="1996440" y="3230296"/>
                    </a:cubicBezTo>
                    <a:cubicBezTo>
                      <a:pt x="1988820" y="3227756"/>
                      <a:pt x="1982470" y="3231566"/>
                      <a:pt x="1982470" y="3231566"/>
                    </a:cubicBezTo>
                    <a:cubicBezTo>
                      <a:pt x="1981200" y="3231566"/>
                      <a:pt x="1931670" y="3221406"/>
                      <a:pt x="1906270" y="3216326"/>
                    </a:cubicBezTo>
                    <a:cubicBezTo>
                      <a:pt x="1880870" y="3212516"/>
                      <a:pt x="1831340" y="3202356"/>
                      <a:pt x="1830070" y="3202356"/>
                    </a:cubicBezTo>
                    <a:cubicBezTo>
                      <a:pt x="1828800" y="3202356"/>
                      <a:pt x="1783080" y="3180766"/>
                      <a:pt x="1758950" y="3170606"/>
                    </a:cubicBezTo>
                    <a:cubicBezTo>
                      <a:pt x="1736090" y="3160446"/>
                      <a:pt x="1689100" y="3138856"/>
                      <a:pt x="1689100" y="3138856"/>
                    </a:cubicBezTo>
                    <a:cubicBezTo>
                      <a:pt x="1687830" y="3137586"/>
                      <a:pt x="1647190" y="3105836"/>
                      <a:pt x="1628140" y="3090596"/>
                    </a:cubicBezTo>
                    <a:cubicBezTo>
                      <a:pt x="1609090" y="3076626"/>
                      <a:pt x="1605280" y="3060116"/>
                      <a:pt x="1574800" y="3048686"/>
                    </a:cubicBezTo>
                    <a:cubicBezTo>
                      <a:pt x="1480820" y="3016936"/>
                      <a:pt x="1102360" y="3051226"/>
                      <a:pt x="923290" y="3053766"/>
                    </a:cubicBezTo>
                    <a:cubicBezTo>
                      <a:pt x="796290" y="3055036"/>
                      <a:pt x="600710" y="3058846"/>
                      <a:pt x="598170" y="3058846"/>
                    </a:cubicBezTo>
                    <a:cubicBezTo>
                      <a:pt x="596900" y="3058846"/>
                      <a:pt x="549910" y="3053766"/>
                      <a:pt x="525780" y="3051226"/>
                    </a:cubicBezTo>
                    <a:cubicBezTo>
                      <a:pt x="501650" y="3047416"/>
                      <a:pt x="454660" y="3042336"/>
                      <a:pt x="454660" y="3042336"/>
                    </a:cubicBezTo>
                    <a:cubicBezTo>
                      <a:pt x="453390" y="3041066"/>
                      <a:pt x="408940" y="3024556"/>
                      <a:pt x="386080" y="3015666"/>
                    </a:cubicBezTo>
                    <a:cubicBezTo>
                      <a:pt x="363220" y="3008046"/>
                      <a:pt x="318770" y="2991536"/>
                      <a:pt x="318770" y="2990266"/>
                    </a:cubicBezTo>
                    <a:cubicBezTo>
                      <a:pt x="317500" y="2990266"/>
                      <a:pt x="278130" y="2963596"/>
                      <a:pt x="259080" y="2949626"/>
                    </a:cubicBezTo>
                    <a:cubicBezTo>
                      <a:pt x="238760" y="2935656"/>
                      <a:pt x="199390" y="2908986"/>
                      <a:pt x="199390" y="2907716"/>
                    </a:cubicBezTo>
                    <a:cubicBezTo>
                      <a:pt x="198120" y="2907716"/>
                      <a:pt x="166370" y="2872156"/>
                      <a:pt x="151130" y="2853106"/>
                    </a:cubicBezTo>
                    <a:cubicBezTo>
                      <a:pt x="134620" y="2835326"/>
                      <a:pt x="102870" y="2799766"/>
                      <a:pt x="102870" y="2799766"/>
                    </a:cubicBezTo>
                    <a:cubicBezTo>
                      <a:pt x="101600" y="2798496"/>
                      <a:pt x="80010" y="2756586"/>
                      <a:pt x="68580" y="2734996"/>
                    </a:cubicBezTo>
                    <a:cubicBezTo>
                      <a:pt x="57150" y="2713406"/>
                      <a:pt x="35560" y="2671496"/>
                      <a:pt x="35560" y="2671496"/>
                    </a:cubicBezTo>
                    <a:cubicBezTo>
                      <a:pt x="34290" y="2670226"/>
                      <a:pt x="24130" y="2624506"/>
                      <a:pt x="17780" y="2600376"/>
                    </a:cubicBezTo>
                    <a:cubicBezTo>
                      <a:pt x="11430" y="2577516"/>
                      <a:pt x="0" y="2530526"/>
                      <a:pt x="0" y="2530526"/>
                    </a:cubicBezTo>
                    <a:cubicBezTo>
                      <a:pt x="0" y="2529256"/>
                      <a:pt x="0" y="2480996"/>
                      <a:pt x="0" y="2456866"/>
                    </a:cubicBezTo>
                    <a:cubicBezTo>
                      <a:pt x="0" y="2432736"/>
                      <a:pt x="0" y="2384476"/>
                      <a:pt x="0" y="2384476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" name="Group 6"/>
            <p:cNvGrpSpPr/>
            <p:nvPr/>
          </p:nvGrpSpPr>
          <p:grpSpPr>
            <a:xfrm rot="0">
              <a:off x="2885440" y="3742690"/>
              <a:ext cx="1781810" cy="1353820"/>
              <a:chOff x="0" y="0"/>
              <a:chExt cx="1781810" cy="135382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50800" y="50800"/>
                <a:ext cx="1679712" cy="1252324"/>
              </a:xfrm>
              <a:custGeom>
                <a:avLst/>
                <a:gdLst/>
                <a:ahLst/>
                <a:cxnLst/>
                <a:rect l="l" t="t" r="r" b="b"/>
                <a:pathLst>
                  <a:path w="1679712" h="1252324">
                    <a:moveTo>
                      <a:pt x="0" y="580390"/>
                    </a:moveTo>
                    <a:cubicBezTo>
                      <a:pt x="12700" y="497840"/>
                      <a:pt x="10160" y="472440"/>
                      <a:pt x="13970" y="454660"/>
                    </a:cubicBezTo>
                    <a:cubicBezTo>
                      <a:pt x="16510" y="443230"/>
                      <a:pt x="22860" y="435610"/>
                      <a:pt x="26670" y="425450"/>
                    </a:cubicBezTo>
                    <a:cubicBezTo>
                      <a:pt x="29210" y="415290"/>
                      <a:pt x="27940" y="406400"/>
                      <a:pt x="31750" y="393700"/>
                    </a:cubicBezTo>
                    <a:cubicBezTo>
                      <a:pt x="36830" y="378460"/>
                      <a:pt x="52070" y="356870"/>
                      <a:pt x="62230" y="337820"/>
                    </a:cubicBezTo>
                    <a:cubicBezTo>
                      <a:pt x="71120" y="318770"/>
                      <a:pt x="76200" y="294640"/>
                      <a:pt x="85090" y="279400"/>
                    </a:cubicBezTo>
                    <a:cubicBezTo>
                      <a:pt x="91440" y="269240"/>
                      <a:pt x="100330" y="264160"/>
                      <a:pt x="106680" y="255270"/>
                    </a:cubicBezTo>
                    <a:cubicBezTo>
                      <a:pt x="111760" y="246380"/>
                      <a:pt x="114300" y="237490"/>
                      <a:pt x="121920" y="227330"/>
                    </a:cubicBezTo>
                    <a:cubicBezTo>
                      <a:pt x="132080" y="213360"/>
                      <a:pt x="152400" y="199390"/>
                      <a:pt x="167640" y="184150"/>
                    </a:cubicBezTo>
                    <a:cubicBezTo>
                      <a:pt x="181610" y="168910"/>
                      <a:pt x="195580" y="147320"/>
                      <a:pt x="209550" y="135890"/>
                    </a:cubicBezTo>
                    <a:cubicBezTo>
                      <a:pt x="218440" y="128270"/>
                      <a:pt x="227330" y="127000"/>
                      <a:pt x="236220" y="120650"/>
                    </a:cubicBezTo>
                    <a:cubicBezTo>
                      <a:pt x="245110" y="114300"/>
                      <a:pt x="248920" y="105410"/>
                      <a:pt x="259080" y="97790"/>
                    </a:cubicBezTo>
                    <a:cubicBezTo>
                      <a:pt x="274320" y="88900"/>
                      <a:pt x="298450" y="81280"/>
                      <a:pt x="317500" y="72390"/>
                    </a:cubicBezTo>
                    <a:cubicBezTo>
                      <a:pt x="336550" y="62230"/>
                      <a:pt x="355600" y="45720"/>
                      <a:pt x="372110" y="39370"/>
                    </a:cubicBezTo>
                    <a:cubicBezTo>
                      <a:pt x="383540" y="35560"/>
                      <a:pt x="392430" y="36830"/>
                      <a:pt x="402590" y="33020"/>
                    </a:cubicBezTo>
                    <a:cubicBezTo>
                      <a:pt x="412750" y="30480"/>
                      <a:pt x="420370" y="22860"/>
                      <a:pt x="431800" y="20320"/>
                    </a:cubicBezTo>
                    <a:cubicBezTo>
                      <a:pt x="448310" y="15240"/>
                      <a:pt x="473710" y="16510"/>
                      <a:pt x="495300" y="13970"/>
                    </a:cubicBezTo>
                    <a:cubicBezTo>
                      <a:pt x="515620" y="10160"/>
                      <a:pt x="539750" y="1270"/>
                      <a:pt x="556260" y="0"/>
                    </a:cubicBezTo>
                    <a:cubicBezTo>
                      <a:pt x="568960" y="0"/>
                      <a:pt x="577850" y="3810"/>
                      <a:pt x="588010" y="3810"/>
                    </a:cubicBezTo>
                    <a:cubicBezTo>
                      <a:pt x="599440" y="3810"/>
                      <a:pt x="608330" y="0"/>
                      <a:pt x="619760" y="1270"/>
                    </a:cubicBezTo>
                    <a:cubicBezTo>
                      <a:pt x="637540" y="1270"/>
                      <a:pt x="661670" y="11430"/>
                      <a:pt x="681990" y="15240"/>
                    </a:cubicBezTo>
                    <a:cubicBezTo>
                      <a:pt x="702310" y="17780"/>
                      <a:pt x="734060" y="16510"/>
                      <a:pt x="744220" y="21590"/>
                    </a:cubicBezTo>
                    <a:cubicBezTo>
                      <a:pt x="749300" y="24130"/>
                      <a:pt x="748030" y="27940"/>
                      <a:pt x="751840" y="30480"/>
                    </a:cubicBezTo>
                    <a:cubicBezTo>
                      <a:pt x="760730" y="36830"/>
                      <a:pt x="787400" y="35560"/>
                      <a:pt x="805180" y="43180"/>
                    </a:cubicBezTo>
                    <a:cubicBezTo>
                      <a:pt x="824230" y="50800"/>
                      <a:pt x="839470" y="69850"/>
                      <a:pt x="861060" y="77470"/>
                    </a:cubicBezTo>
                    <a:cubicBezTo>
                      <a:pt x="886460" y="86360"/>
                      <a:pt x="914400" y="87630"/>
                      <a:pt x="949960" y="92710"/>
                    </a:cubicBezTo>
                    <a:cubicBezTo>
                      <a:pt x="1003300" y="99060"/>
                      <a:pt x="1092200" y="102870"/>
                      <a:pt x="1153160" y="111760"/>
                    </a:cubicBezTo>
                    <a:cubicBezTo>
                      <a:pt x="1202690" y="119380"/>
                      <a:pt x="1244600" y="125730"/>
                      <a:pt x="1287780" y="139700"/>
                    </a:cubicBezTo>
                    <a:cubicBezTo>
                      <a:pt x="1330960" y="153670"/>
                      <a:pt x="1374140" y="173990"/>
                      <a:pt x="1412240" y="198120"/>
                    </a:cubicBezTo>
                    <a:cubicBezTo>
                      <a:pt x="1451610" y="222250"/>
                      <a:pt x="1488440" y="252730"/>
                      <a:pt x="1518920" y="285750"/>
                    </a:cubicBezTo>
                    <a:cubicBezTo>
                      <a:pt x="1550670" y="318770"/>
                      <a:pt x="1579880" y="355600"/>
                      <a:pt x="1602740" y="394970"/>
                    </a:cubicBezTo>
                    <a:cubicBezTo>
                      <a:pt x="1625600" y="435610"/>
                      <a:pt x="1644650" y="478790"/>
                      <a:pt x="1657350" y="521970"/>
                    </a:cubicBezTo>
                    <a:cubicBezTo>
                      <a:pt x="1670050" y="566420"/>
                      <a:pt x="1677670" y="613410"/>
                      <a:pt x="1678940" y="657860"/>
                    </a:cubicBezTo>
                    <a:cubicBezTo>
                      <a:pt x="1681480" y="703580"/>
                      <a:pt x="1677670" y="750570"/>
                      <a:pt x="1668780" y="796290"/>
                    </a:cubicBezTo>
                    <a:cubicBezTo>
                      <a:pt x="1658620" y="840740"/>
                      <a:pt x="1644650" y="885190"/>
                      <a:pt x="1624330" y="927100"/>
                    </a:cubicBezTo>
                    <a:cubicBezTo>
                      <a:pt x="1605280" y="967740"/>
                      <a:pt x="1579880" y="1008380"/>
                      <a:pt x="1551940" y="1042670"/>
                    </a:cubicBezTo>
                    <a:cubicBezTo>
                      <a:pt x="1522730" y="1078230"/>
                      <a:pt x="1488440" y="1111250"/>
                      <a:pt x="1451610" y="1139190"/>
                    </a:cubicBezTo>
                    <a:cubicBezTo>
                      <a:pt x="1416050" y="1165860"/>
                      <a:pt x="1375410" y="1189990"/>
                      <a:pt x="1332230" y="1207770"/>
                    </a:cubicBezTo>
                    <a:cubicBezTo>
                      <a:pt x="1290320" y="1225550"/>
                      <a:pt x="1245870" y="1239520"/>
                      <a:pt x="1200150" y="1247140"/>
                    </a:cubicBezTo>
                    <a:cubicBezTo>
                      <a:pt x="1155700" y="1253490"/>
                      <a:pt x="1062990" y="1252220"/>
                      <a:pt x="1062990" y="1252220"/>
                    </a:cubicBezTo>
                    <a:cubicBezTo>
                      <a:pt x="1062990" y="1252220"/>
                      <a:pt x="932180" y="1247140"/>
                      <a:pt x="858520" y="1240790"/>
                    </a:cubicBezTo>
                    <a:cubicBezTo>
                      <a:pt x="770890" y="1233170"/>
                      <a:pt x="632460" y="1219200"/>
                      <a:pt x="568960" y="1209040"/>
                    </a:cubicBezTo>
                    <a:cubicBezTo>
                      <a:pt x="538480" y="1203960"/>
                      <a:pt x="523240" y="1198880"/>
                      <a:pt x="500380" y="1195070"/>
                    </a:cubicBezTo>
                    <a:cubicBezTo>
                      <a:pt x="477520" y="1189990"/>
                      <a:pt x="431800" y="1181100"/>
                      <a:pt x="431800" y="1181100"/>
                    </a:cubicBezTo>
                    <a:cubicBezTo>
                      <a:pt x="430530" y="1179830"/>
                      <a:pt x="388620" y="1160780"/>
                      <a:pt x="368300" y="1150620"/>
                    </a:cubicBezTo>
                    <a:cubicBezTo>
                      <a:pt x="346710" y="1140460"/>
                      <a:pt x="304800" y="1120140"/>
                      <a:pt x="304800" y="1120140"/>
                    </a:cubicBezTo>
                    <a:cubicBezTo>
                      <a:pt x="303530" y="1118870"/>
                      <a:pt x="267970" y="1089660"/>
                      <a:pt x="250190" y="1075690"/>
                    </a:cubicBezTo>
                    <a:cubicBezTo>
                      <a:pt x="232410" y="1060450"/>
                      <a:pt x="195580" y="1031240"/>
                      <a:pt x="195580" y="1031240"/>
                    </a:cubicBezTo>
                    <a:cubicBezTo>
                      <a:pt x="194310" y="1029970"/>
                      <a:pt x="171450" y="996950"/>
                      <a:pt x="165100" y="989330"/>
                    </a:cubicBezTo>
                    <a:cubicBezTo>
                      <a:pt x="161290" y="986790"/>
                      <a:pt x="160020" y="986790"/>
                      <a:pt x="157480" y="984250"/>
                    </a:cubicBezTo>
                    <a:cubicBezTo>
                      <a:pt x="152400" y="977900"/>
                      <a:pt x="146050" y="965200"/>
                      <a:pt x="139700" y="957580"/>
                    </a:cubicBezTo>
                    <a:cubicBezTo>
                      <a:pt x="133350" y="949960"/>
                      <a:pt x="124460" y="944880"/>
                      <a:pt x="116840" y="935990"/>
                    </a:cubicBezTo>
                    <a:cubicBezTo>
                      <a:pt x="106680" y="922020"/>
                      <a:pt x="97790" y="897890"/>
                      <a:pt x="87630" y="878840"/>
                    </a:cubicBezTo>
                    <a:cubicBezTo>
                      <a:pt x="76200" y="861060"/>
                      <a:pt x="59690" y="842010"/>
                      <a:pt x="52070" y="826770"/>
                    </a:cubicBezTo>
                    <a:cubicBezTo>
                      <a:pt x="46990" y="815340"/>
                      <a:pt x="48260" y="805180"/>
                      <a:pt x="44450" y="796290"/>
                    </a:cubicBezTo>
                    <a:cubicBezTo>
                      <a:pt x="40640" y="786130"/>
                      <a:pt x="33020" y="779780"/>
                      <a:pt x="29210" y="767080"/>
                    </a:cubicBezTo>
                    <a:cubicBezTo>
                      <a:pt x="24130" y="751840"/>
                      <a:pt x="24130" y="725170"/>
                      <a:pt x="19050" y="704850"/>
                    </a:cubicBezTo>
                    <a:cubicBezTo>
                      <a:pt x="15240" y="684530"/>
                      <a:pt x="5080" y="661670"/>
                      <a:pt x="2540" y="643890"/>
                    </a:cubicBezTo>
                    <a:cubicBezTo>
                      <a:pt x="1270" y="631190"/>
                      <a:pt x="5080" y="622300"/>
                      <a:pt x="5080" y="612140"/>
                    </a:cubicBezTo>
                    <a:cubicBezTo>
                      <a:pt x="3810" y="601980"/>
                      <a:pt x="0" y="580390"/>
                      <a:pt x="0" y="580390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" name="Group 8"/>
            <p:cNvGrpSpPr/>
            <p:nvPr/>
          </p:nvGrpSpPr>
          <p:grpSpPr>
            <a:xfrm rot="0">
              <a:off x="2849880" y="2515870"/>
              <a:ext cx="1360170" cy="1360170"/>
              <a:chOff x="0" y="0"/>
              <a:chExt cx="1360170" cy="136017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484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173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671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" name="Group 10"/>
            <p:cNvGrpSpPr/>
            <p:nvPr/>
          </p:nvGrpSpPr>
          <p:grpSpPr>
            <a:xfrm rot="0">
              <a:off x="364490" y="1926590"/>
              <a:ext cx="4655820" cy="3986530"/>
              <a:chOff x="0" y="0"/>
              <a:chExt cx="4655820" cy="398653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50170" y="50800"/>
                <a:ext cx="4555438" cy="3884930"/>
              </a:xfrm>
              <a:custGeom>
                <a:avLst/>
                <a:gdLst/>
                <a:ahLst/>
                <a:cxnLst/>
                <a:rect l="l" t="t" r="r" b="b"/>
                <a:pathLst>
                  <a:path w="4555438" h="3884930">
                    <a:moveTo>
                      <a:pt x="630" y="1440180"/>
                    </a:moveTo>
                    <a:cubicBezTo>
                      <a:pt x="845180" y="750570"/>
                      <a:pt x="1063620" y="741680"/>
                      <a:pt x="1299840" y="676910"/>
                    </a:cubicBezTo>
                    <a:cubicBezTo>
                      <a:pt x="1569080" y="603250"/>
                      <a:pt x="2004690" y="529590"/>
                      <a:pt x="2168520" y="447040"/>
                    </a:cubicBezTo>
                    <a:cubicBezTo>
                      <a:pt x="2243450" y="408940"/>
                      <a:pt x="2312030" y="331470"/>
                      <a:pt x="2314570" y="330200"/>
                    </a:cubicBezTo>
                    <a:cubicBezTo>
                      <a:pt x="2314570" y="330200"/>
                      <a:pt x="2366640" y="300990"/>
                      <a:pt x="2393310" y="287020"/>
                    </a:cubicBezTo>
                    <a:cubicBezTo>
                      <a:pt x="2419980" y="273050"/>
                      <a:pt x="2470780" y="243840"/>
                      <a:pt x="2472050" y="243840"/>
                    </a:cubicBezTo>
                    <a:cubicBezTo>
                      <a:pt x="2473320" y="243840"/>
                      <a:pt x="2530470" y="228600"/>
                      <a:pt x="2559680" y="220980"/>
                    </a:cubicBezTo>
                    <a:cubicBezTo>
                      <a:pt x="2588890" y="213360"/>
                      <a:pt x="2644770" y="198120"/>
                      <a:pt x="2646040" y="198120"/>
                    </a:cubicBezTo>
                    <a:cubicBezTo>
                      <a:pt x="2647310" y="198120"/>
                      <a:pt x="2707000" y="196850"/>
                      <a:pt x="2736210" y="196850"/>
                    </a:cubicBezTo>
                    <a:cubicBezTo>
                      <a:pt x="2766690" y="195580"/>
                      <a:pt x="2825110" y="195580"/>
                      <a:pt x="2826380" y="195580"/>
                    </a:cubicBezTo>
                    <a:cubicBezTo>
                      <a:pt x="2827650" y="195580"/>
                      <a:pt x="2842890" y="203200"/>
                      <a:pt x="2860670" y="203200"/>
                    </a:cubicBezTo>
                    <a:cubicBezTo>
                      <a:pt x="2921630" y="200660"/>
                      <a:pt x="3142610" y="110490"/>
                      <a:pt x="3265800" y="78740"/>
                    </a:cubicBezTo>
                    <a:cubicBezTo>
                      <a:pt x="3366130" y="53340"/>
                      <a:pt x="3475350" y="30480"/>
                      <a:pt x="3542660" y="20320"/>
                    </a:cubicBezTo>
                    <a:cubicBezTo>
                      <a:pt x="3579490" y="13970"/>
                      <a:pt x="3601080" y="13970"/>
                      <a:pt x="3631560" y="10160"/>
                    </a:cubicBezTo>
                    <a:cubicBezTo>
                      <a:pt x="3660770" y="6350"/>
                      <a:pt x="3719190" y="0"/>
                      <a:pt x="3720460" y="0"/>
                    </a:cubicBezTo>
                    <a:cubicBezTo>
                      <a:pt x="3721730" y="0"/>
                      <a:pt x="3778880" y="7620"/>
                      <a:pt x="3809360" y="11430"/>
                    </a:cubicBezTo>
                    <a:cubicBezTo>
                      <a:pt x="3838570" y="15240"/>
                      <a:pt x="3895720" y="22860"/>
                      <a:pt x="3896990" y="22860"/>
                    </a:cubicBezTo>
                    <a:cubicBezTo>
                      <a:pt x="3898260" y="24130"/>
                      <a:pt x="3952870" y="44450"/>
                      <a:pt x="3980810" y="55880"/>
                    </a:cubicBezTo>
                    <a:cubicBezTo>
                      <a:pt x="4008750" y="66040"/>
                      <a:pt x="4063360" y="87630"/>
                      <a:pt x="4064630" y="87630"/>
                    </a:cubicBezTo>
                    <a:cubicBezTo>
                      <a:pt x="4065900" y="88900"/>
                      <a:pt x="4112890" y="121920"/>
                      <a:pt x="4137020" y="139700"/>
                    </a:cubicBezTo>
                    <a:cubicBezTo>
                      <a:pt x="4161150" y="156210"/>
                      <a:pt x="4209410" y="190500"/>
                      <a:pt x="4210680" y="190500"/>
                    </a:cubicBezTo>
                    <a:cubicBezTo>
                      <a:pt x="4211950" y="191770"/>
                      <a:pt x="4250050" y="236220"/>
                      <a:pt x="4269100" y="259080"/>
                    </a:cubicBezTo>
                    <a:cubicBezTo>
                      <a:pt x="4289420" y="280670"/>
                      <a:pt x="4327520" y="325120"/>
                      <a:pt x="4327520" y="326390"/>
                    </a:cubicBezTo>
                    <a:cubicBezTo>
                      <a:pt x="4328790" y="326390"/>
                      <a:pt x="4355460" y="378460"/>
                      <a:pt x="4369430" y="405130"/>
                    </a:cubicBezTo>
                    <a:cubicBezTo>
                      <a:pt x="4382130" y="431800"/>
                      <a:pt x="4408800" y="483870"/>
                      <a:pt x="4410070" y="485140"/>
                    </a:cubicBezTo>
                    <a:cubicBezTo>
                      <a:pt x="4410070" y="486410"/>
                      <a:pt x="4424040" y="543560"/>
                      <a:pt x="4430390" y="571500"/>
                    </a:cubicBezTo>
                    <a:cubicBezTo>
                      <a:pt x="4436740" y="600710"/>
                      <a:pt x="4450710" y="657860"/>
                      <a:pt x="4450710" y="659130"/>
                    </a:cubicBezTo>
                    <a:cubicBezTo>
                      <a:pt x="4450710" y="660400"/>
                      <a:pt x="4450710" y="718820"/>
                      <a:pt x="4450710" y="748030"/>
                    </a:cubicBezTo>
                    <a:cubicBezTo>
                      <a:pt x="4449440" y="778510"/>
                      <a:pt x="4449440" y="836930"/>
                      <a:pt x="4449440" y="838200"/>
                    </a:cubicBezTo>
                    <a:cubicBezTo>
                      <a:pt x="4449440" y="839470"/>
                      <a:pt x="4434200" y="895350"/>
                      <a:pt x="4427850" y="924560"/>
                    </a:cubicBezTo>
                    <a:cubicBezTo>
                      <a:pt x="4420230" y="953770"/>
                      <a:pt x="4406260" y="1009650"/>
                      <a:pt x="4404990" y="1010920"/>
                    </a:cubicBezTo>
                    <a:cubicBezTo>
                      <a:pt x="4404990" y="1012190"/>
                      <a:pt x="4377050" y="1064260"/>
                      <a:pt x="4363080" y="1089660"/>
                    </a:cubicBezTo>
                    <a:cubicBezTo>
                      <a:pt x="4349110" y="1116330"/>
                      <a:pt x="4321170" y="1168400"/>
                      <a:pt x="4321170" y="1168400"/>
                    </a:cubicBezTo>
                    <a:cubicBezTo>
                      <a:pt x="4321170" y="1169670"/>
                      <a:pt x="4321170" y="1169670"/>
                      <a:pt x="4321170" y="1169670"/>
                    </a:cubicBezTo>
                    <a:cubicBezTo>
                      <a:pt x="4319900" y="1169670"/>
                      <a:pt x="4280530" y="1212850"/>
                      <a:pt x="4260210" y="1235710"/>
                    </a:cubicBezTo>
                    <a:cubicBezTo>
                      <a:pt x="4241160" y="1257300"/>
                      <a:pt x="4201790" y="1300480"/>
                      <a:pt x="4200520" y="1301750"/>
                    </a:cubicBezTo>
                    <a:cubicBezTo>
                      <a:pt x="4200520" y="1303020"/>
                      <a:pt x="4145910" y="1339850"/>
                      <a:pt x="4126860" y="1352550"/>
                    </a:cubicBezTo>
                    <a:cubicBezTo>
                      <a:pt x="4115430" y="1360170"/>
                      <a:pt x="4098920" y="1360170"/>
                      <a:pt x="4097650" y="1371600"/>
                    </a:cubicBezTo>
                    <a:cubicBezTo>
                      <a:pt x="4096380" y="1417320"/>
                      <a:pt x="4525640" y="1615440"/>
                      <a:pt x="4553580" y="1751330"/>
                    </a:cubicBezTo>
                    <a:cubicBezTo>
                      <a:pt x="4576440" y="1861820"/>
                      <a:pt x="4380860" y="2028190"/>
                      <a:pt x="4379590" y="2099310"/>
                    </a:cubicBezTo>
                    <a:cubicBezTo>
                      <a:pt x="4378320" y="2132330"/>
                      <a:pt x="4411340" y="2169160"/>
                      <a:pt x="4411340" y="2170430"/>
                    </a:cubicBezTo>
                    <a:cubicBezTo>
                      <a:pt x="4411340" y="2170430"/>
                      <a:pt x="4421500" y="2225040"/>
                      <a:pt x="4426580" y="2251710"/>
                    </a:cubicBezTo>
                    <a:cubicBezTo>
                      <a:pt x="4431660" y="2279650"/>
                      <a:pt x="4441820" y="2332990"/>
                      <a:pt x="4441820" y="2334260"/>
                    </a:cubicBezTo>
                    <a:cubicBezTo>
                      <a:pt x="4441820" y="2335530"/>
                      <a:pt x="4438010" y="2390140"/>
                      <a:pt x="4436740" y="2416810"/>
                    </a:cubicBezTo>
                    <a:cubicBezTo>
                      <a:pt x="4435470" y="2444750"/>
                      <a:pt x="4431660" y="2499360"/>
                      <a:pt x="4431660" y="2500630"/>
                    </a:cubicBezTo>
                    <a:cubicBezTo>
                      <a:pt x="4431660" y="2501900"/>
                      <a:pt x="4415150" y="2553970"/>
                      <a:pt x="4407530" y="2580640"/>
                    </a:cubicBezTo>
                    <a:cubicBezTo>
                      <a:pt x="4398640" y="2607310"/>
                      <a:pt x="4383400" y="2659380"/>
                      <a:pt x="4382130" y="2660650"/>
                    </a:cubicBezTo>
                    <a:cubicBezTo>
                      <a:pt x="4382130" y="2660650"/>
                      <a:pt x="4354190" y="2707640"/>
                      <a:pt x="4338950" y="2731770"/>
                    </a:cubicBezTo>
                    <a:cubicBezTo>
                      <a:pt x="4324980" y="2755900"/>
                      <a:pt x="4297040" y="2801620"/>
                      <a:pt x="4295770" y="2802890"/>
                    </a:cubicBezTo>
                    <a:cubicBezTo>
                      <a:pt x="4295770" y="2804160"/>
                      <a:pt x="4256400" y="2842260"/>
                      <a:pt x="4237350" y="2862580"/>
                    </a:cubicBezTo>
                    <a:cubicBezTo>
                      <a:pt x="4218300" y="2881630"/>
                      <a:pt x="4178930" y="2921000"/>
                      <a:pt x="4178930" y="2921000"/>
                    </a:cubicBezTo>
                    <a:cubicBezTo>
                      <a:pt x="4177660" y="2922270"/>
                      <a:pt x="4130670" y="2950210"/>
                      <a:pt x="4106540" y="2964180"/>
                    </a:cubicBezTo>
                    <a:cubicBezTo>
                      <a:pt x="4083680" y="2979420"/>
                      <a:pt x="4036690" y="3007360"/>
                      <a:pt x="4035420" y="3007360"/>
                    </a:cubicBezTo>
                    <a:cubicBezTo>
                      <a:pt x="4035420" y="3008630"/>
                      <a:pt x="4004940" y="3013710"/>
                      <a:pt x="3997320" y="3020060"/>
                    </a:cubicBezTo>
                    <a:cubicBezTo>
                      <a:pt x="3992240" y="3025140"/>
                      <a:pt x="3989700" y="3037840"/>
                      <a:pt x="3989700" y="3039110"/>
                    </a:cubicBezTo>
                    <a:cubicBezTo>
                      <a:pt x="3989700" y="3040380"/>
                      <a:pt x="3955410" y="3087370"/>
                      <a:pt x="3938900" y="3112770"/>
                    </a:cubicBezTo>
                    <a:cubicBezTo>
                      <a:pt x="3921120" y="3136900"/>
                      <a:pt x="3888100" y="3185160"/>
                      <a:pt x="3886830" y="3185160"/>
                    </a:cubicBezTo>
                    <a:cubicBezTo>
                      <a:pt x="3886830" y="3186430"/>
                      <a:pt x="3884290" y="3190240"/>
                      <a:pt x="3884290" y="3190240"/>
                    </a:cubicBezTo>
                    <a:cubicBezTo>
                      <a:pt x="3883020" y="3191510"/>
                      <a:pt x="3844920" y="3232150"/>
                      <a:pt x="3824600" y="3252470"/>
                    </a:cubicBezTo>
                    <a:cubicBezTo>
                      <a:pt x="3805550" y="3274060"/>
                      <a:pt x="3767450" y="3314700"/>
                      <a:pt x="3766180" y="3314700"/>
                    </a:cubicBezTo>
                    <a:cubicBezTo>
                      <a:pt x="3764910" y="3315970"/>
                      <a:pt x="3717920" y="3346450"/>
                      <a:pt x="3693790" y="3361690"/>
                    </a:cubicBezTo>
                    <a:cubicBezTo>
                      <a:pt x="3670930" y="3376930"/>
                      <a:pt x="3623940" y="3407410"/>
                      <a:pt x="3622670" y="3407410"/>
                    </a:cubicBezTo>
                    <a:cubicBezTo>
                      <a:pt x="3621400" y="3408680"/>
                      <a:pt x="3562980" y="3427730"/>
                      <a:pt x="3541390" y="3435350"/>
                    </a:cubicBezTo>
                    <a:cubicBezTo>
                      <a:pt x="3527420" y="3440430"/>
                      <a:pt x="3522340" y="3439160"/>
                      <a:pt x="3507100" y="3446780"/>
                    </a:cubicBezTo>
                    <a:cubicBezTo>
                      <a:pt x="3460110" y="3473450"/>
                      <a:pt x="3253100" y="3647440"/>
                      <a:pt x="3251830" y="3647440"/>
                    </a:cubicBezTo>
                    <a:cubicBezTo>
                      <a:pt x="3250560" y="3648710"/>
                      <a:pt x="3207380" y="3685540"/>
                      <a:pt x="3185790" y="3705860"/>
                    </a:cubicBezTo>
                    <a:cubicBezTo>
                      <a:pt x="3162930" y="3724910"/>
                      <a:pt x="3119750" y="3763010"/>
                      <a:pt x="3118480" y="3763010"/>
                    </a:cubicBezTo>
                    <a:cubicBezTo>
                      <a:pt x="3118480" y="3764280"/>
                      <a:pt x="3066410" y="3789680"/>
                      <a:pt x="3041010" y="3803650"/>
                    </a:cubicBezTo>
                    <a:cubicBezTo>
                      <a:pt x="3014340" y="3817620"/>
                      <a:pt x="2963540" y="3843020"/>
                      <a:pt x="2962270" y="3844290"/>
                    </a:cubicBezTo>
                    <a:cubicBezTo>
                      <a:pt x="2961000" y="3844290"/>
                      <a:pt x="2905120" y="3856990"/>
                      <a:pt x="2875910" y="3864610"/>
                    </a:cubicBezTo>
                    <a:cubicBezTo>
                      <a:pt x="2847970" y="3870960"/>
                      <a:pt x="2792090" y="3884930"/>
                      <a:pt x="2790820" y="3884930"/>
                    </a:cubicBezTo>
                    <a:cubicBezTo>
                      <a:pt x="2789550" y="3884930"/>
                      <a:pt x="2732400" y="3883660"/>
                      <a:pt x="2701920" y="3883660"/>
                    </a:cubicBezTo>
                    <a:cubicBezTo>
                      <a:pt x="2672710" y="3883660"/>
                      <a:pt x="2615560" y="3883660"/>
                      <a:pt x="2614290" y="3883660"/>
                    </a:cubicBezTo>
                    <a:cubicBezTo>
                      <a:pt x="2613020" y="3882390"/>
                      <a:pt x="2557140" y="3868420"/>
                      <a:pt x="2529200" y="3860800"/>
                    </a:cubicBezTo>
                    <a:cubicBezTo>
                      <a:pt x="2499990" y="3854450"/>
                      <a:pt x="2444110" y="3840480"/>
                      <a:pt x="2444110" y="3839210"/>
                    </a:cubicBezTo>
                    <a:cubicBezTo>
                      <a:pt x="2444110" y="3839210"/>
                      <a:pt x="2444110" y="3839210"/>
                      <a:pt x="2442840" y="3839210"/>
                    </a:cubicBezTo>
                    <a:cubicBezTo>
                      <a:pt x="2442840" y="3839210"/>
                      <a:pt x="2392040" y="3811270"/>
                      <a:pt x="2365370" y="3797300"/>
                    </a:cubicBezTo>
                    <a:cubicBezTo>
                      <a:pt x="2339970" y="3784600"/>
                      <a:pt x="2289170" y="3756660"/>
                      <a:pt x="2287900" y="3756660"/>
                    </a:cubicBezTo>
                    <a:cubicBezTo>
                      <a:pt x="2286630" y="3755390"/>
                      <a:pt x="2262500" y="3719830"/>
                      <a:pt x="2234560" y="3708400"/>
                    </a:cubicBezTo>
                    <a:cubicBezTo>
                      <a:pt x="2177410" y="3684270"/>
                      <a:pt x="2026280" y="3752850"/>
                      <a:pt x="1929760" y="3694430"/>
                    </a:cubicBezTo>
                    <a:cubicBezTo>
                      <a:pt x="1763390" y="3594100"/>
                      <a:pt x="1485260" y="3125470"/>
                      <a:pt x="1475100" y="2913380"/>
                    </a:cubicBezTo>
                    <a:cubicBezTo>
                      <a:pt x="1467480" y="2776220"/>
                      <a:pt x="1614800" y="2626360"/>
                      <a:pt x="1635120" y="2562860"/>
                    </a:cubicBezTo>
                    <a:cubicBezTo>
                      <a:pt x="1642740" y="2541270"/>
                      <a:pt x="1646550" y="2528570"/>
                      <a:pt x="1644010" y="2515870"/>
                    </a:cubicBezTo>
                    <a:cubicBezTo>
                      <a:pt x="1640200" y="2504440"/>
                      <a:pt x="1630040" y="2500630"/>
                      <a:pt x="1621150" y="2489200"/>
                    </a:cubicBezTo>
                    <a:cubicBezTo>
                      <a:pt x="1605910" y="2471420"/>
                      <a:pt x="1564000" y="2420620"/>
                      <a:pt x="1564000" y="2419350"/>
                    </a:cubicBezTo>
                    <a:cubicBezTo>
                      <a:pt x="1562730" y="2418080"/>
                      <a:pt x="1534790" y="2359660"/>
                      <a:pt x="1524630" y="2338070"/>
                    </a:cubicBezTo>
                    <a:cubicBezTo>
                      <a:pt x="1518280" y="2322830"/>
                      <a:pt x="1520820" y="2307590"/>
                      <a:pt x="1506850" y="2299970"/>
                    </a:cubicBezTo>
                    <a:cubicBezTo>
                      <a:pt x="1464940" y="2280920"/>
                      <a:pt x="1315080" y="2369820"/>
                      <a:pt x="1172840" y="2377440"/>
                    </a:cubicBezTo>
                    <a:cubicBezTo>
                      <a:pt x="926460" y="2391410"/>
                      <a:pt x="343530" y="2434590"/>
                      <a:pt x="153030" y="2256790"/>
                    </a:cubicBezTo>
                    <a:cubicBezTo>
                      <a:pt x="-18420" y="2095500"/>
                      <a:pt x="630" y="1440180"/>
                      <a:pt x="630" y="144018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" name="Group 12"/>
            <p:cNvGrpSpPr/>
            <p:nvPr/>
          </p:nvGrpSpPr>
          <p:grpSpPr>
            <a:xfrm rot="0">
              <a:off x="3429000" y="2275840"/>
              <a:ext cx="1360170" cy="1360170"/>
              <a:chOff x="0" y="0"/>
              <a:chExt cx="1360170" cy="136017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50032" y="40910"/>
                <a:ext cx="1241558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9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4848" y="1213850"/>
                    </a:cubicBezTo>
                    <a:cubicBezTo>
                      <a:pt x="805948" y="1253220"/>
                      <a:pt x="694188" y="1273540"/>
                      <a:pt x="596398" y="1268460"/>
                    </a:cubicBezTo>
                    <a:cubicBezTo>
                      <a:pt x="498608" y="1262110"/>
                      <a:pt x="390658" y="1229090"/>
                      <a:pt x="306838" y="1178290"/>
                    </a:cubicBezTo>
                    <a:cubicBezTo>
                      <a:pt x="221748" y="1126220"/>
                      <a:pt x="141738" y="104748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671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4" name="Group 14"/>
            <p:cNvGrpSpPr/>
            <p:nvPr/>
          </p:nvGrpSpPr>
          <p:grpSpPr>
            <a:xfrm rot="0">
              <a:off x="1976120" y="2283460"/>
              <a:ext cx="2654300" cy="1836420"/>
              <a:chOff x="0" y="0"/>
              <a:chExt cx="2654300" cy="18364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50800" y="48157"/>
                <a:ext cx="2552933" cy="1741443"/>
              </a:xfrm>
              <a:custGeom>
                <a:avLst/>
                <a:gdLst/>
                <a:ahLst/>
                <a:cxnLst/>
                <a:rect l="l" t="t" r="r" b="b"/>
                <a:pathLst>
                  <a:path w="2552933" h="1741443">
                    <a:moveTo>
                      <a:pt x="2162810" y="1220573"/>
                    </a:moveTo>
                    <a:cubicBezTo>
                      <a:pt x="1459230" y="1503783"/>
                      <a:pt x="1153160" y="1578713"/>
                      <a:pt x="1014730" y="1629513"/>
                    </a:cubicBezTo>
                    <a:cubicBezTo>
                      <a:pt x="947420" y="1654913"/>
                      <a:pt x="918210" y="1679043"/>
                      <a:pt x="868680" y="1695553"/>
                    </a:cubicBezTo>
                    <a:cubicBezTo>
                      <a:pt x="820420" y="1713333"/>
                      <a:pt x="770890" y="1727303"/>
                      <a:pt x="721360" y="1734923"/>
                    </a:cubicBezTo>
                    <a:cubicBezTo>
                      <a:pt x="670560" y="1741273"/>
                      <a:pt x="618490" y="1742543"/>
                      <a:pt x="567690" y="1737463"/>
                    </a:cubicBezTo>
                    <a:cubicBezTo>
                      <a:pt x="51689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26060" y="617323"/>
                      <a:pt x="267970" y="588113"/>
                    </a:cubicBezTo>
                    <a:cubicBezTo>
                      <a:pt x="308610" y="558903"/>
                      <a:pt x="347980" y="537313"/>
                      <a:pt x="402590" y="514453"/>
                    </a:cubicBezTo>
                    <a:cubicBezTo>
                      <a:pt x="478790" y="483973"/>
                      <a:pt x="601980" y="452223"/>
                      <a:pt x="689610" y="430633"/>
                    </a:cubicBezTo>
                    <a:cubicBezTo>
                      <a:pt x="762000" y="414123"/>
                      <a:pt x="824230" y="395073"/>
                      <a:pt x="891540" y="395073"/>
                    </a:cubicBezTo>
                    <a:cubicBezTo>
                      <a:pt x="958850" y="393803"/>
                      <a:pt x="1031240" y="403963"/>
                      <a:pt x="1094740" y="424283"/>
                    </a:cubicBezTo>
                    <a:cubicBezTo>
                      <a:pt x="1159510" y="444603"/>
                      <a:pt x="1224280" y="477623"/>
                      <a:pt x="1277620" y="516993"/>
                    </a:cubicBezTo>
                    <a:cubicBezTo>
                      <a:pt x="1332230" y="557633"/>
                      <a:pt x="1383030" y="608433"/>
                      <a:pt x="1422400" y="664313"/>
                    </a:cubicBezTo>
                    <a:cubicBezTo>
                      <a:pt x="1460500" y="720193"/>
                      <a:pt x="1492250" y="784963"/>
                      <a:pt x="1511300" y="849733"/>
                    </a:cubicBezTo>
                    <a:cubicBezTo>
                      <a:pt x="1530350" y="914503"/>
                      <a:pt x="1539240" y="985623"/>
                      <a:pt x="1536700" y="1052933"/>
                    </a:cubicBezTo>
                    <a:cubicBezTo>
                      <a:pt x="1534160" y="1120243"/>
                      <a:pt x="1520190" y="1191363"/>
                      <a:pt x="1496060" y="1254863"/>
                    </a:cubicBezTo>
                    <a:cubicBezTo>
                      <a:pt x="1471930" y="1318363"/>
                      <a:pt x="1436370" y="1380593"/>
                      <a:pt x="1393190" y="1432663"/>
                    </a:cubicBezTo>
                    <a:cubicBezTo>
                      <a:pt x="1350010" y="1484733"/>
                      <a:pt x="1295400" y="1531723"/>
                      <a:pt x="1238250" y="1568553"/>
                    </a:cubicBezTo>
                    <a:cubicBezTo>
                      <a:pt x="1181100" y="1604113"/>
                      <a:pt x="1115060" y="1632053"/>
                      <a:pt x="1049020" y="1647293"/>
                    </a:cubicBezTo>
                    <a:cubicBezTo>
                      <a:pt x="982980" y="1662533"/>
                      <a:pt x="911860" y="1667613"/>
                      <a:pt x="844550" y="1661263"/>
                    </a:cubicBezTo>
                    <a:cubicBezTo>
                      <a:pt x="777240" y="1654913"/>
                      <a:pt x="707390" y="1637133"/>
                      <a:pt x="645160" y="1610463"/>
                    </a:cubicBezTo>
                    <a:cubicBezTo>
                      <a:pt x="582930" y="1582523"/>
                      <a:pt x="523240" y="1543153"/>
                      <a:pt x="473710" y="1497433"/>
                    </a:cubicBezTo>
                    <a:cubicBezTo>
                      <a:pt x="422910" y="1451713"/>
                      <a:pt x="378460" y="1394563"/>
                      <a:pt x="346710" y="1336143"/>
                    </a:cubicBezTo>
                    <a:cubicBezTo>
                      <a:pt x="313690" y="1276453"/>
                      <a:pt x="289560" y="1209143"/>
                      <a:pt x="276860" y="1141833"/>
                    </a:cubicBezTo>
                    <a:cubicBezTo>
                      <a:pt x="265430" y="1075793"/>
                      <a:pt x="264160" y="1003403"/>
                      <a:pt x="274320" y="937363"/>
                    </a:cubicBezTo>
                    <a:cubicBezTo>
                      <a:pt x="284480" y="870053"/>
                      <a:pt x="306070" y="801473"/>
                      <a:pt x="336550" y="741783"/>
                    </a:cubicBezTo>
                    <a:cubicBezTo>
                      <a:pt x="367030" y="680823"/>
                      <a:pt x="410210" y="622403"/>
                      <a:pt x="458470" y="575413"/>
                    </a:cubicBezTo>
                    <a:cubicBezTo>
                      <a:pt x="506730" y="528423"/>
                      <a:pt x="565150" y="486513"/>
                      <a:pt x="626110" y="457303"/>
                    </a:cubicBezTo>
                    <a:cubicBezTo>
                      <a:pt x="687070" y="428093"/>
                      <a:pt x="755650" y="407773"/>
                      <a:pt x="822960" y="398883"/>
                    </a:cubicBezTo>
                    <a:cubicBezTo>
                      <a:pt x="890270" y="391263"/>
                      <a:pt x="962660" y="393803"/>
                      <a:pt x="1028700" y="406503"/>
                    </a:cubicBezTo>
                    <a:cubicBezTo>
                      <a:pt x="1094740" y="420473"/>
                      <a:pt x="1162050" y="445873"/>
                      <a:pt x="1220470" y="480163"/>
                    </a:cubicBezTo>
                    <a:cubicBezTo>
                      <a:pt x="1278890" y="514453"/>
                      <a:pt x="1334770" y="560173"/>
                      <a:pt x="1379220" y="610973"/>
                    </a:cubicBezTo>
                    <a:cubicBezTo>
                      <a:pt x="1423670" y="661773"/>
                      <a:pt x="1461770" y="722733"/>
                      <a:pt x="1488440" y="784963"/>
                    </a:cubicBezTo>
                    <a:cubicBezTo>
                      <a:pt x="1513840" y="847193"/>
                      <a:pt x="1530350" y="917043"/>
                      <a:pt x="1535430" y="984353"/>
                    </a:cubicBezTo>
                    <a:cubicBezTo>
                      <a:pt x="1540510" y="1051663"/>
                      <a:pt x="1534160" y="1124053"/>
                      <a:pt x="1516380" y="1188823"/>
                    </a:cubicBezTo>
                    <a:cubicBezTo>
                      <a:pt x="1499870" y="1254863"/>
                      <a:pt x="1470660" y="1320903"/>
                      <a:pt x="1433830" y="1376783"/>
                    </a:cubicBezTo>
                    <a:cubicBezTo>
                      <a:pt x="1397000" y="1433933"/>
                      <a:pt x="1347470" y="1487273"/>
                      <a:pt x="1294130" y="1529183"/>
                    </a:cubicBezTo>
                    <a:cubicBezTo>
                      <a:pt x="1242060" y="1569823"/>
                      <a:pt x="1188720" y="1597763"/>
                      <a:pt x="1115060" y="1628243"/>
                    </a:cubicBezTo>
                    <a:cubicBezTo>
                      <a:pt x="1010920" y="1670153"/>
                      <a:pt x="822960" y="1720953"/>
                      <a:pt x="721360" y="1734923"/>
                    </a:cubicBezTo>
                    <a:cubicBezTo>
                      <a:pt x="659130" y="1743813"/>
                      <a:pt x="618490" y="1742543"/>
                      <a:pt x="567690" y="1737463"/>
                    </a:cubicBezTo>
                    <a:cubicBezTo>
                      <a:pt x="51816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19710" y="621133"/>
                      <a:pt x="267970" y="588113"/>
                    </a:cubicBezTo>
                    <a:cubicBezTo>
                      <a:pt x="332740" y="542393"/>
                      <a:pt x="414020" y="497943"/>
                      <a:pt x="520700" y="454763"/>
                    </a:cubicBezTo>
                    <a:cubicBezTo>
                      <a:pt x="684530" y="387453"/>
                      <a:pt x="969010" y="331573"/>
                      <a:pt x="1169670" y="260453"/>
                    </a:cubicBezTo>
                    <a:cubicBezTo>
                      <a:pt x="1350010" y="195683"/>
                      <a:pt x="1554480" y="90273"/>
                      <a:pt x="1672590" y="49633"/>
                    </a:cubicBezTo>
                    <a:cubicBezTo>
                      <a:pt x="1736090" y="26773"/>
                      <a:pt x="1770380" y="15343"/>
                      <a:pt x="1819910" y="7723"/>
                    </a:cubicBezTo>
                    <a:cubicBezTo>
                      <a:pt x="1869440" y="103"/>
                      <a:pt x="1922780" y="-2437"/>
                      <a:pt x="1973580" y="2643"/>
                    </a:cubicBezTo>
                    <a:cubicBezTo>
                      <a:pt x="2023110" y="6453"/>
                      <a:pt x="2075180" y="17883"/>
                      <a:pt x="2122170" y="34393"/>
                    </a:cubicBezTo>
                    <a:cubicBezTo>
                      <a:pt x="2170430" y="50903"/>
                      <a:pt x="2217420" y="73763"/>
                      <a:pt x="2260600" y="100433"/>
                    </a:cubicBezTo>
                    <a:cubicBezTo>
                      <a:pt x="2303780" y="128373"/>
                      <a:pt x="2343150" y="161393"/>
                      <a:pt x="2378710" y="198223"/>
                    </a:cubicBezTo>
                    <a:cubicBezTo>
                      <a:pt x="2413000" y="235053"/>
                      <a:pt x="2444750" y="276963"/>
                      <a:pt x="2470150" y="321413"/>
                    </a:cubicBezTo>
                    <a:cubicBezTo>
                      <a:pt x="2494280" y="364593"/>
                      <a:pt x="2514600" y="414123"/>
                      <a:pt x="2528570" y="462383"/>
                    </a:cubicBezTo>
                    <a:cubicBezTo>
                      <a:pt x="2542540" y="510643"/>
                      <a:pt x="2550160" y="562713"/>
                      <a:pt x="2552700" y="613513"/>
                    </a:cubicBezTo>
                    <a:cubicBezTo>
                      <a:pt x="2553970" y="664313"/>
                      <a:pt x="2550160" y="716383"/>
                      <a:pt x="2538730" y="765913"/>
                    </a:cubicBezTo>
                    <a:cubicBezTo>
                      <a:pt x="2528570" y="815443"/>
                      <a:pt x="2512060" y="864973"/>
                      <a:pt x="2489200" y="910693"/>
                    </a:cubicBezTo>
                    <a:cubicBezTo>
                      <a:pt x="2467610" y="956413"/>
                      <a:pt x="2439670" y="1000863"/>
                      <a:pt x="2406650" y="1040233"/>
                    </a:cubicBezTo>
                    <a:cubicBezTo>
                      <a:pt x="2374900" y="1078333"/>
                      <a:pt x="2336800" y="1115163"/>
                      <a:pt x="2296160" y="1145643"/>
                    </a:cubicBezTo>
                    <a:cubicBezTo>
                      <a:pt x="2255520" y="1174853"/>
                      <a:pt x="2162810" y="1220573"/>
                      <a:pt x="2162810" y="1220573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6" name="Group 16"/>
            <p:cNvGrpSpPr/>
            <p:nvPr/>
          </p:nvGrpSpPr>
          <p:grpSpPr>
            <a:xfrm rot="0">
              <a:off x="1234440" y="2480310"/>
              <a:ext cx="3227070" cy="2032000"/>
              <a:chOff x="0" y="0"/>
              <a:chExt cx="3227070" cy="20320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50800" y="48720"/>
                <a:ext cx="3124847" cy="1933111"/>
              </a:xfrm>
              <a:custGeom>
                <a:avLst/>
                <a:gdLst/>
                <a:ahLst/>
                <a:cxnLst/>
                <a:rect l="l" t="t" r="r" b="b"/>
                <a:pathLst>
                  <a:path w="3124847" h="1933111">
                    <a:moveTo>
                      <a:pt x="2694940" y="1235250"/>
                    </a:moveTo>
                    <a:cubicBezTo>
                      <a:pt x="943610" y="1841040"/>
                      <a:pt x="915670" y="1866440"/>
                      <a:pt x="859790" y="1885490"/>
                    </a:cubicBezTo>
                    <a:cubicBezTo>
                      <a:pt x="808990" y="190327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593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51790" y="714550"/>
                      <a:pt x="410210" y="698040"/>
                    </a:cubicBezTo>
                    <a:cubicBezTo>
                      <a:pt x="500380" y="671370"/>
                      <a:pt x="673100" y="657400"/>
                      <a:pt x="775970" y="663750"/>
                    </a:cubicBezTo>
                    <a:cubicBezTo>
                      <a:pt x="853440" y="668830"/>
                      <a:pt x="913130" y="682800"/>
                      <a:pt x="976630" y="708200"/>
                    </a:cubicBezTo>
                    <a:cubicBezTo>
                      <a:pt x="1038860" y="733600"/>
                      <a:pt x="1101090" y="770430"/>
                      <a:pt x="1151890" y="814880"/>
                    </a:cubicBezTo>
                    <a:cubicBezTo>
                      <a:pt x="1203960" y="858060"/>
                      <a:pt x="1249680" y="912670"/>
                      <a:pt x="1285240" y="971090"/>
                    </a:cubicBezTo>
                    <a:cubicBezTo>
                      <a:pt x="1319530" y="1029510"/>
                      <a:pt x="1346200" y="1096820"/>
                      <a:pt x="1360170" y="1162860"/>
                    </a:cubicBezTo>
                    <a:cubicBezTo>
                      <a:pt x="1375410" y="1228900"/>
                      <a:pt x="1379220" y="1300020"/>
                      <a:pt x="1371600" y="1367330"/>
                    </a:cubicBezTo>
                    <a:cubicBezTo>
                      <a:pt x="1363980" y="1434640"/>
                      <a:pt x="1344930" y="1504490"/>
                      <a:pt x="1315720" y="1565450"/>
                    </a:cubicBezTo>
                    <a:cubicBezTo>
                      <a:pt x="1287780" y="1626410"/>
                      <a:pt x="1247140" y="1686100"/>
                      <a:pt x="1200150" y="1735630"/>
                    </a:cubicBezTo>
                    <a:cubicBezTo>
                      <a:pt x="1154430" y="1783890"/>
                      <a:pt x="1096010" y="1828340"/>
                      <a:pt x="1036320" y="1858820"/>
                    </a:cubicBezTo>
                    <a:cubicBezTo>
                      <a:pt x="976630" y="1890570"/>
                      <a:pt x="909320" y="1913430"/>
                      <a:pt x="842010" y="1924860"/>
                    </a:cubicBezTo>
                    <a:cubicBezTo>
                      <a:pt x="774700" y="1935020"/>
                      <a:pt x="703580" y="1935020"/>
                      <a:pt x="636270" y="1924860"/>
                    </a:cubicBezTo>
                    <a:cubicBezTo>
                      <a:pt x="570230" y="1913430"/>
                      <a:pt x="501650" y="1890570"/>
                      <a:pt x="441960" y="1858820"/>
                    </a:cubicBezTo>
                    <a:cubicBezTo>
                      <a:pt x="382270" y="1827070"/>
                      <a:pt x="325120" y="1782620"/>
                      <a:pt x="278130" y="1733090"/>
                    </a:cubicBezTo>
                    <a:cubicBezTo>
                      <a:pt x="232410" y="1684830"/>
                      <a:pt x="191770" y="1625140"/>
                      <a:pt x="163830" y="1562910"/>
                    </a:cubicBezTo>
                    <a:cubicBezTo>
                      <a:pt x="134620" y="1501950"/>
                      <a:pt x="115570" y="1432100"/>
                      <a:pt x="109220" y="1364790"/>
                    </a:cubicBezTo>
                    <a:cubicBezTo>
                      <a:pt x="101600" y="1298750"/>
                      <a:pt x="105410" y="1226360"/>
                      <a:pt x="120650" y="1160320"/>
                    </a:cubicBezTo>
                    <a:cubicBezTo>
                      <a:pt x="134620" y="1094280"/>
                      <a:pt x="161290" y="1026970"/>
                      <a:pt x="196850" y="969820"/>
                    </a:cubicBezTo>
                    <a:cubicBezTo>
                      <a:pt x="231140" y="911400"/>
                      <a:pt x="278130" y="856790"/>
                      <a:pt x="330200" y="813610"/>
                    </a:cubicBezTo>
                    <a:cubicBezTo>
                      <a:pt x="381000" y="769160"/>
                      <a:pt x="443230" y="732330"/>
                      <a:pt x="506730" y="706930"/>
                    </a:cubicBezTo>
                    <a:cubicBezTo>
                      <a:pt x="568960" y="682800"/>
                      <a:pt x="640080" y="667560"/>
                      <a:pt x="707390" y="663750"/>
                    </a:cubicBezTo>
                    <a:cubicBezTo>
                      <a:pt x="774700" y="659940"/>
                      <a:pt x="845820" y="667560"/>
                      <a:pt x="910590" y="686610"/>
                    </a:cubicBezTo>
                    <a:cubicBezTo>
                      <a:pt x="976630" y="704390"/>
                      <a:pt x="1041400" y="734870"/>
                      <a:pt x="1097280" y="772970"/>
                    </a:cubicBezTo>
                    <a:cubicBezTo>
                      <a:pt x="1153160" y="811070"/>
                      <a:pt x="1205230" y="860600"/>
                      <a:pt x="1245870" y="913940"/>
                    </a:cubicBezTo>
                    <a:cubicBezTo>
                      <a:pt x="1287780" y="968550"/>
                      <a:pt x="1320800" y="1032050"/>
                      <a:pt x="1342390" y="1095550"/>
                    </a:cubicBezTo>
                    <a:cubicBezTo>
                      <a:pt x="1363980" y="1160320"/>
                      <a:pt x="1375410" y="1231440"/>
                      <a:pt x="1375410" y="1298750"/>
                    </a:cubicBezTo>
                    <a:cubicBezTo>
                      <a:pt x="1375410" y="1366060"/>
                      <a:pt x="1363980" y="1437180"/>
                      <a:pt x="1341120" y="1501950"/>
                    </a:cubicBezTo>
                    <a:cubicBezTo>
                      <a:pt x="1319530" y="1565450"/>
                      <a:pt x="1286510" y="1628950"/>
                      <a:pt x="1244600" y="1683560"/>
                    </a:cubicBezTo>
                    <a:cubicBezTo>
                      <a:pt x="1203960" y="1736900"/>
                      <a:pt x="1151890" y="1786430"/>
                      <a:pt x="1096010" y="1824530"/>
                    </a:cubicBezTo>
                    <a:cubicBezTo>
                      <a:pt x="1040130" y="1861360"/>
                      <a:pt x="974090" y="1891840"/>
                      <a:pt x="909320" y="1909620"/>
                    </a:cubicBezTo>
                    <a:cubicBezTo>
                      <a:pt x="843280" y="1927400"/>
                      <a:pt x="706120" y="1937560"/>
                      <a:pt x="704850" y="1931210"/>
                    </a:cubicBezTo>
                    <a:cubicBezTo>
                      <a:pt x="703580" y="1926130"/>
                      <a:pt x="859790" y="1886760"/>
                      <a:pt x="859790" y="1885490"/>
                    </a:cubicBezTo>
                    <a:cubicBezTo>
                      <a:pt x="859790" y="188422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720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47980" y="725980"/>
                      <a:pt x="410210" y="698040"/>
                    </a:cubicBezTo>
                    <a:cubicBezTo>
                      <a:pt x="538480" y="640890"/>
                      <a:pt x="775970" y="558340"/>
                      <a:pt x="1014730" y="473250"/>
                    </a:cubicBezTo>
                    <a:cubicBezTo>
                      <a:pt x="1360170" y="348790"/>
                      <a:pt x="2067560" y="93520"/>
                      <a:pt x="2284730" y="33830"/>
                    </a:cubicBezTo>
                    <a:cubicBezTo>
                      <a:pt x="2358390" y="13510"/>
                      <a:pt x="2385060" y="7160"/>
                      <a:pt x="2434590" y="2080"/>
                    </a:cubicBezTo>
                    <a:cubicBezTo>
                      <a:pt x="2485390" y="-1730"/>
                      <a:pt x="2537460" y="-460"/>
                      <a:pt x="2588260" y="7160"/>
                    </a:cubicBezTo>
                    <a:cubicBezTo>
                      <a:pt x="2637790" y="14780"/>
                      <a:pt x="2688590" y="30020"/>
                      <a:pt x="2735580" y="49070"/>
                    </a:cubicBezTo>
                    <a:cubicBezTo>
                      <a:pt x="2782570" y="68120"/>
                      <a:pt x="2828290" y="94790"/>
                      <a:pt x="2868930" y="125270"/>
                    </a:cubicBezTo>
                    <a:cubicBezTo>
                      <a:pt x="2909570" y="154480"/>
                      <a:pt x="2947670" y="191310"/>
                      <a:pt x="2979420" y="230680"/>
                    </a:cubicBezTo>
                    <a:cubicBezTo>
                      <a:pt x="3012440" y="268780"/>
                      <a:pt x="3040380" y="313230"/>
                      <a:pt x="3061970" y="358950"/>
                    </a:cubicBezTo>
                    <a:cubicBezTo>
                      <a:pt x="3083560" y="404670"/>
                      <a:pt x="3101340" y="454200"/>
                      <a:pt x="3111500" y="503730"/>
                    </a:cubicBezTo>
                    <a:cubicBezTo>
                      <a:pt x="3121660" y="553260"/>
                      <a:pt x="3126740" y="605330"/>
                      <a:pt x="3124200" y="656130"/>
                    </a:cubicBezTo>
                    <a:cubicBezTo>
                      <a:pt x="3122930" y="706930"/>
                      <a:pt x="3115310" y="759000"/>
                      <a:pt x="3101340" y="807260"/>
                    </a:cubicBezTo>
                    <a:cubicBezTo>
                      <a:pt x="3087370" y="856790"/>
                      <a:pt x="3067050" y="905050"/>
                      <a:pt x="3041650" y="948230"/>
                    </a:cubicBezTo>
                    <a:cubicBezTo>
                      <a:pt x="3017520" y="992680"/>
                      <a:pt x="2985770" y="1034590"/>
                      <a:pt x="2951480" y="1071420"/>
                    </a:cubicBezTo>
                    <a:cubicBezTo>
                      <a:pt x="2915920" y="1108250"/>
                      <a:pt x="2875280" y="1142540"/>
                      <a:pt x="2833370" y="1169210"/>
                    </a:cubicBezTo>
                    <a:cubicBezTo>
                      <a:pt x="2790190" y="1197150"/>
                      <a:pt x="2694940" y="1235250"/>
                      <a:pt x="2694940" y="12352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8" name="Group 18"/>
            <p:cNvGrpSpPr/>
            <p:nvPr/>
          </p:nvGrpSpPr>
          <p:grpSpPr>
            <a:xfrm rot="0">
              <a:off x="1615440" y="2987040"/>
              <a:ext cx="3072130" cy="2232660"/>
              <a:chOff x="0" y="0"/>
              <a:chExt cx="3072130" cy="223266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50800" y="49305"/>
                <a:ext cx="2969260" cy="2131489"/>
              </a:xfrm>
              <a:custGeom>
                <a:avLst/>
                <a:gdLst/>
                <a:ahLst/>
                <a:cxnLst/>
                <a:rect l="l" t="t" r="r" b="b"/>
                <a:pathLst>
                  <a:path w="2969260" h="2131489">
                    <a:moveTo>
                      <a:pt x="0" y="1134335"/>
                    </a:moveTo>
                    <a:cubicBezTo>
                      <a:pt x="0" y="1032735"/>
                      <a:pt x="0" y="983205"/>
                      <a:pt x="0" y="981935"/>
                    </a:cubicBezTo>
                    <a:cubicBezTo>
                      <a:pt x="0" y="980665"/>
                      <a:pt x="12700" y="932405"/>
                      <a:pt x="19050" y="907005"/>
                    </a:cubicBezTo>
                    <a:cubicBezTo>
                      <a:pt x="25400" y="882875"/>
                      <a:pt x="36830" y="834615"/>
                      <a:pt x="36830" y="833345"/>
                    </a:cubicBezTo>
                    <a:cubicBezTo>
                      <a:pt x="38100" y="832075"/>
                      <a:pt x="60960" y="788895"/>
                      <a:pt x="73660" y="766035"/>
                    </a:cubicBezTo>
                    <a:cubicBezTo>
                      <a:pt x="85090" y="743175"/>
                      <a:pt x="107950" y="698725"/>
                      <a:pt x="109220" y="698725"/>
                    </a:cubicBezTo>
                    <a:cubicBezTo>
                      <a:pt x="109220" y="697455"/>
                      <a:pt x="143510" y="660625"/>
                      <a:pt x="160020" y="641575"/>
                    </a:cubicBezTo>
                    <a:cubicBezTo>
                      <a:pt x="177800" y="622525"/>
                      <a:pt x="210820" y="584425"/>
                      <a:pt x="210820" y="584425"/>
                    </a:cubicBezTo>
                    <a:cubicBezTo>
                      <a:pt x="212090" y="583155"/>
                      <a:pt x="252730" y="555215"/>
                      <a:pt x="274320" y="541245"/>
                    </a:cubicBezTo>
                    <a:cubicBezTo>
                      <a:pt x="295910" y="526005"/>
                      <a:pt x="336550" y="498065"/>
                      <a:pt x="337820" y="498065"/>
                    </a:cubicBezTo>
                    <a:cubicBezTo>
                      <a:pt x="339090" y="496795"/>
                      <a:pt x="384810" y="480285"/>
                      <a:pt x="408940" y="471395"/>
                    </a:cubicBezTo>
                    <a:cubicBezTo>
                      <a:pt x="433070" y="461235"/>
                      <a:pt x="480060" y="444725"/>
                      <a:pt x="481330" y="443455"/>
                    </a:cubicBezTo>
                    <a:cubicBezTo>
                      <a:pt x="482600" y="443455"/>
                      <a:pt x="544830" y="434565"/>
                      <a:pt x="600710" y="421865"/>
                    </a:cubicBezTo>
                    <a:cubicBezTo>
                      <a:pt x="731520" y="393925"/>
                      <a:pt x="1028700" y="313915"/>
                      <a:pt x="1245870" y="250415"/>
                    </a:cubicBezTo>
                    <a:cubicBezTo>
                      <a:pt x="1471930" y="184375"/>
                      <a:pt x="1783080" y="68805"/>
                      <a:pt x="1929130" y="30705"/>
                    </a:cubicBezTo>
                    <a:cubicBezTo>
                      <a:pt x="1996440" y="12925"/>
                      <a:pt x="2028190" y="5305"/>
                      <a:pt x="2078990" y="1495"/>
                    </a:cubicBezTo>
                    <a:cubicBezTo>
                      <a:pt x="2129790" y="-2315"/>
                      <a:pt x="2181860" y="1495"/>
                      <a:pt x="2231390" y="9115"/>
                    </a:cubicBezTo>
                    <a:cubicBezTo>
                      <a:pt x="2282190" y="18005"/>
                      <a:pt x="2331720" y="33245"/>
                      <a:pt x="2378710" y="53565"/>
                    </a:cubicBezTo>
                    <a:cubicBezTo>
                      <a:pt x="2424430" y="73885"/>
                      <a:pt x="2470150" y="100555"/>
                      <a:pt x="2509520" y="132305"/>
                    </a:cubicBezTo>
                    <a:cubicBezTo>
                      <a:pt x="2550160" y="162785"/>
                      <a:pt x="2588260" y="199615"/>
                      <a:pt x="2618740" y="238985"/>
                    </a:cubicBezTo>
                    <a:cubicBezTo>
                      <a:pt x="2650490" y="278355"/>
                      <a:pt x="2678430" y="322805"/>
                      <a:pt x="2700020" y="368525"/>
                    </a:cubicBezTo>
                    <a:cubicBezTo>
                      <a:pt x="2721610" y="415515"/>
                      <a:pt x="2736850" y="465045"/>
                      <a:pt x="2747010" y="514575"/>
                    </a:cubicBezTo>
                    <a:cubicBezTo>
                      <a:pt x="2755900" y="564105"/>
                      <a:pt x="2759710" y="617445"/>
                      <a:pt x="2757170" y="666975"/>
                    </a:cubicBezTo>
                    <a:cubicBezTo>
                      <a:pt x="2754630" y="717775"/>
                      <a:pt x="2745740" y="769845"/>
                      <a:pt x="2731770" y="818105"/>
                    </a:cubicBezTo>
                    <a:cubicBezTo>
                      <a:pt x="2716530" y="866365"/>
                      <a:pt x="2675890" y="947645"/>
                      <a:pt x="2669540" y="959075"/>
                    </a:cubicBezTo>
                    <a:cubicBezTo>
                      <a:pt x="2668270" y="960345"/>
                      <a:pt x="2667000" y="960345"/>
                      <a:pt x="2668270" y="961615"/>
                    </a:cubicBezTo>
                    <a:cubicBezTo>
                      <a:pt x="2668270" y="962885"/>
                      <a:pt x="2669540" y="962885"/>
                      <a:pt x="2672080" y="964155"/>
                    </a:cubicBezTo>
                    <a:cubicBezTo>
                      <a:pt x="2677160" y="967965"/>
                      <a:pt x="2692400" y="971775"/>
                      <a:pt x="2702560" y="979395"/>
                    </a:cubicBezTo>
                    <a:cubicBezTo>
                      <a:pt x="2717800" y="990825"/>
                      <a:pt x="2734310" y="1013685"/>
                      <a:pt x="2752090" y="1028925"/>
                    </a:cubicBezTo>
                    <a:cubicBezTo>
                      <a:pt x="2768600" y="1044165"/>
                      <a:pt x="2792730" y="1056865"/>
                      <a:pt x="2805430" y="1070835"/>
                    </a:cubicBezTo>
                    <a:cubicBezTo>
                      <a:pt x="2814320" y="1080995"/>
                      <a:pt x="2816860" y="1091155"/>
                      <a:pt x="2824480" y="1100045"/>
                    </a:cubicBezTo>
                    <a:cubicBezTo>
                      <a:pt x="2830830" y="1108935"/>
                      <a:pt x="2840990" y="1114015"/>
                      <a:pt x="2848610" y="1124175"/>
                    </a:cubicBezTo>
                    <a:cubicBezTo>
                      <a:pt x="2860040" y="1139415"/>
                      <a:pt x="2867660" y="1166085"/>
                      <a:pt x="2879090" y="1186405"/>
                    </a:cubicBezTo>
                    <a:cubicBezTo>
                      <a:pt x="2890520" y="1206725"/>
                      <a:pt x="2909570" y="1227045"/>
                      <a:pt x="2917190" y="1243555"/>
                    </a:cubicBezTo>
                    <a:cubicBezTo>
                      <a:pt x="2922270" y="1256255"/>
                      <a:pt x="2921000" y="1266415"/>
                      <a:pt x="2924810" y="1277845"/>
                    </a:cubicBezTo>
                    <a:cubicBezTo>
                      <a:pt x="2928620" y="1288005"/>
                      <a:pt x="2936240" y="1295625"/>
                      <a:pt x="2941320" y="1308325"/>
                    </a:cubicBezTo>
                    <a:cubicBezTo>
                      <a:pt x="2946400" y="1326105"/>
                      <a:pt x="2946400" y="1354045"/>
                      <a:pt x="2950210" y="1376905"/>
                    </a:cubicBezTo>
                    <a:cubicBezTo>
                      <a:pt x="2954020" y="1398495"/>
                      <a:pt x="2965450" y="1425165"/>
                      <a:pt x="2966720" y="1442945"/>
                    </a:cubicBezTo>
                    <a:cubicBezTo>
                      <a:pt x="2967990" y="1456915"/>
                      <a:pt x="2964180" y="1465805"/>
                      <a:pt x="2964180" y="1477235"/>
                    </a:cubicBezTo>
                    <a:cubicBezTo>
                      <a:pt x="2964180" y="1488665"/>
                      <a:pt x="2969260" y="1498825"/>
                      <a:pt x="2969260" y="1511525"/>
                    </a:cubicBezTo>
                    <a:cubicBezTo>
                      <a:pt x="2969260" y="1530575"/>
                      <a:pt x="2959100" y="1557245"/>
                      <a:pt x="2956560" y="1580105"/>
                    </a:cubicBezTo>
                    <a:cubicBezTo>
                      <a:pt x="2954020" y="1601695"/>
                      <a:pt x="2955290" y="1629635"/>
                      <a:pt x="2951480" y="1648685"/>
                    </a:cubicBezTo>
                    <a:cubicBezTo>
                      <a:pt x="2947670" y="1661385"/>
                      <a:pt x="2941320" y="1669005"/>
                      <a:pt x="2937510" y="1680435"/>
                    </a:cubicBezTo>
                    <a:cubicBezTo>
                      <a:pt x="2933700" y="1690595"/>
                      <a:pt x="2936240" y="1700755"/>
                      <a:pt x="2931160" y="1713455"/>
                    </a:cubicBezTo>
                    <a:cubicBezTo>
                      <a:pt x="2924810" y="1731235"/>
                      <a:pt x="2907030" y="1752825"/>
                      <a:pt x="2898140" y="1774415"/>
                    </a:cubicBezTo>
                    <a:cubicBezTo>
                      <a:pt x="2887980" y="1794735"/>
                      <a:pt x="2880360" y="1821405"/>
                      <a:pt x="2870200" y="1836645"/>
                    </a:cubicBezTo>
                    <a:cubicBezTo>
                      <a:pt x="2863850" y="1848075"/>
                      <a:pt x="2853690" y="1853155"/>
                      <a:pt x="2847340" y="1863315"/>
                    </a:cubicBezTo>
                    <a:cubicBezTo>
                      <a:pt x="2840990" y="1872205"/>
                      <a:pt x="2838450" y="1882365"/>
                      <a:pt x="2830830" y="1892525"/>
                    </a:cubicBezTo>
                    <a:cubicBezTo>
                      <a:pt x="2819400" y="1907765"/>
                      <a:pt x="2795270" y="1923005"/>
                      <a:pt x="2780030" y="1939515"/>
                    </a:cubicBezTo>
                    <a:cubicBezTo>
                      <a:pt x="2763520" y="1956025"/>
                      <a:pt x="2748280" y="1978885"/>
                      <a:pt x="2734310" y="1990315"/>
                    </a:cubicBezTo>
                    <a:cubicBezTo>
                      <a:pt x="2722880" y="1999205"/>
                      <a:pt x="2712720" y="2000475"/>
                      <a:pt x="2703830" y="2008095"/>
                    </a:cubicBezTo>
                    <a:cubicBezTo>
                      <a:pt x="2694940" y="2014445"/>
                      <a:pt x="2689860" y="2023335"/>
                      <a:pt x="2678430" y="2030955"/>
                    </a:cubicBezTo>
                    <a:cubicBezTo>
                      <a:pt x="2661920" y="2041115"/>
                      <a:pt x="2635250" y="2047465"/>
                      <a:pt x="2614930" y="2057625"/>
                    </a:cubicBezTo>
                    <a:cubicBezTo>
                      <a:pt x="2594610" y="2069055"/>
                      <a:pt x="2573020" y="2085565"/>
                      <a:pt x="2555240" y="2091915"/>
                    </a:cubicBezTo>
                    <a:cubicBezTo>
                      <a:pt x="2542540" y="2096995"/>
                      <a:pt x="2532380" y="2095725"/>
                      <a:pt x="2520950" y="2098265"/>
                    </a:cubicBezTo>
                    <a:cubicBezTo>
                      <a:pt x="2510790" y="2102075"/>
                      <a:pt x="2503170" y="2109695"/>
                      <a:pt x="2489200" y="2112235"/>
                    </a:cubicBezTo>
                    <a:cubicBezTo>
                      <a:pt x="2471420" y="2117315"/>
                      <a:pt x="2443480" y="2114775"/>
                      <a:pt x="2420620" y="2118585"/>
                    </a:cubicBezTo>
                    <a:cubicBezTo>
                      <a:pt x="2399030" y="2121125"/>
                      <a:pt x="2372360" y="2131285"/>
                      <a:pt x="2353310" y="2131285"/>
                    </a:cubicBezTo>
                    <a:cubicBezTo>
                      <a:pt x="2340610" y="2132555"/>
                      <a:pt x="2330450" y="2127475"/>
                      <a:pt x="2319020" y="2127475"/>
                    </a:cubicBezTo>
                    <a:cubicBezTo>
                      <a:pt x="2307590" y="2127475"/>
                      <a:pt x="2298700" y="2131285"/>
                      <a:pt x="2284730" y="2130015"/>
                    </a:cubicBezTo>
                    <a:cubicBezTo>
                      <a:pt x="2266950" y="2128745"/>
                      <a:pt x="2240280" y="2117315"/>
                      <a:pt x="2218690" y="2113505"/>
                    </a:cubicBezTo>
                    <a:cubicBezTo>
                      <a:pt x="2195830" y="2109695"/>
                      <a:pt x="2150110" y="2104615"/>
                      <a:pt x="2150110" y="2104615"/>
                    </a:cubicBezTo>
                    <a:cubicBezTo>
                      <a:pt x="2150110" y="2105885"/>
                      <a:pt x="1950720" y="2103345"/>
                      <a:pt x="1817370" y="2103345"/>
                    </a:cubicBezTo>
                    <a:cubicBezTo>
                      <a:pt x="1617980" y="2102075"/>
                      <a:pt x="1073150" y="2099535"/>
                      <a:pt x="1071880" y="2099535"/>
                    </a:cubicBezTo>
                    <a:cubicBezTo>
                      <a:pt x="1070610" y="2099535"/>
                      <a:pt x="1021080" y="2102075"/>
                      <a:pt x="995680" y="2103345"/>
                    </a:cubicBezTo>
                    <a:cubicBezTo>
                      <a:pt x="970280" y="2105885"/>
                      <a:pt x="920750" y="2108425"/>
                      <a:pt x="919480" y="2108425"/>
                    </a:cubicBezTo>
                    <a:cubicBezTo>
                      <a:pt x="918210" y="2108425"/>
                      <a:pt x="869950" y="2099535"/>
                      <a:pt x="844550" y="2094455"/>
                    </a:cubicBezTo>
                    <a:cubicBezTo>
                      <a:pt x="819150" y="2090645"/>
                      <a:pt x="769620" y="2081755"/>
                      <a:pt x="769620" y="2080485"/>
                    </a:cubicBezTo>
                    <a:cubicBezTo>
                      <a:pt x="768350" y="2080485"/>
                      <a:pt x="722630" y="2060165"/>
                      <a:pt x="699770" y="2050005"/>
                    </a:cubicBezTo>
                    <a:cubicBezTo>
                      <a:pt x="675640" y="2038575"/>
                      <a:pt x="629920" y="2018255"/>
                      <a:pt x="629920" y="2018255"/>
                    </a:cubicBezTo>
                    <a:cubicBezTo>
                      <a:pt x="628650" y="2018255"/>
                      <a:pt x="589280" y="1986505"/>
                      <a:pt x="568960" y="1971265"/>
                    </a:cubicBezTo>
                    <a:cubicBezTo>
                      <a:pt x="548640" y="1954755"/>
                      <a:pt x="509270" y="1924275"/>
                      <a:pt x="509270" y="1924275"/>
                    </a:cubicBezTo>
                    <a:cubicBezTo>
                      <a:pt x="508000" y="1923005"/>
                      <a:pt x="499110" y="1907765"/>
                      <a:pt x="494030" y="1905225"/>
                    </a:cubicBezTo>
                    <a:cubicBezTo>
                      <a:pt x="488950" y="1901415"/>
                      <a:pt x="478790" y="1902685"/>
                      <a:pt x="478790" y="1901415"/>
                    </a:cubicBezTo>
                    <a:cubicBezTo>
                      <a:pt x="477520" y="1901415"/>
                      <a:pt x="431800" y="1881095"/>
                      <a:pt x="407670" y="1870935"/>
                    </a:cubicBezTo>
                    <a:cubicBezTo>
                      <a:pt x="384810" y="1860775"/>
                      <a:pt x="339090" y="1840455"/>
                      <a:pt x="337820" y="1840455"/>
                    </a:cubicBezTo>
                    <a:cubicBezTo>
                      <a:pt x="337820" y="1839185"/>
                      <a:pt x="297180" y="1808705"/>
                      <a:pt x="278130" y="1793465"/>
                    </a:cubicBezTo>
                    <a:cubicBezTo>
                      <a:pt x="257810" y="1778225"/>
                      <a:pt x="217170" y="1747745"/>
                      <a:pt x="217170" y="1746475"/>
                    </a:cubicBezTo>
                    <a:cubicBezTo>
                      <a:pt x="215900" y="1746475"/>
                      <a:pt x="185420" y="1707105"/>
                      <a:pt x="168910" y="1686785"/>
                    </a:cubicBezTo>
                    <a:cubicBezTo>
                      <a:pt x="153670" y="1666465"/>
                      <a:pt x="121920" y="1627095"/>
                      <a:pt x="121920" y="1627095"/>
                    </a:cubicBezTo>
                    <a:cubicBezTo>
                      <a:pt x="120650" y="1625825"/>
                      <a:pt x="100330" y="1580105"/>
                      <a:pt x="90170" y="1557245"/>
                    </a:cubicBezTo>
                    <a:cubicBezTo>
                      <a:pt x="78740" y="1534385"/>
                      <a:pt x="58420" y="1488665"/>
                      <a:pt x="58420" y="1487395"/>
                    </a:cubicBezTo>
                    <a:cubicBezTo>
                      <a:pt x="57150" y="1486125"/>
                      <a:pt x="48260" y="1437865"/>
                      <a:pt x="43180" y="1412465"/>
                    </a:cubicBezTo>
                    <a:cubicBezTo>
                      <a:pt x="39370" y="1387065"/>
                      <a:pt x="29210" y="1338805"/>
                      <a:pt x="29210" y="1337535"/>
                    </a:cubicBezTo>
                    <a:cubicBezTo>
                      <a:pt x="29210" y="1336265"/>
                      <a:pt x="34290" y="1294355"/>
                      <a:pt x="33020" y="1272765"/>
                    </a:cubicBezTo>
                    <a:cubicBezTo>
                      <a:pt x="30480" y="1251175"/>
                      <a:pt x="22860" y="1230855"/>
                      <a:pt x="17780" y="1209265"/>
                    </a:cubicBezTo>
                    <a:cubicBezTo>
                      <a:pt x="11430" y="1185135"/>
                      <a:pt x="0" y="1135605"/>
                      <a:pt x="0" y="1135605"/>
                    </a:cubicBezTo>
                    <a:cubicBezTo>
                      <a:pt x="0" y="1134335"/>
                      <a:pt x="0" y="1134335"/>
                      <a:pt x="0" y="1134335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0" name="Group 20"/>
            <p:cNvGrpSpPr/>
            <p:nvPr/>
          </p:nvGrpSpPr>
          <p:grpSpPr>
            <a:xfrm rot="0">
              <a:off x="1673860" y="3036570"/>
              <a:ext cx="2943860" cy="2481580"/>
              <a:chOff x="0" y="0"/>
              <a:chExt cx="2943860" cy="24815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50800" y="50800"/>
                <a:ext cx="2841554" cy="2381081"/>
              </a:xfrm>
              <a:custGeom>
                <a:avLst/>
                <a:gdLst/>
                <a:ahLst/>
                <a:cxnLst/>
                <a:rect l="l" t="t" r="r" b="b"/>
                <a:pathLst>
                  <a:path w="2841554" h="2381081">
                    <a:moveTo>
                      <a:pt x="0" y="685800"/>
                    </a:moveTo>
                    <a:cubicBezTo>
                      <a:pt x="5080" y="584200"/>
                      <a:pt x="6350" y="533400"/>
                      <a:pt x="6350" y="533400"/>
                    </a:cubicBezTo>
                    <a:cubicBezTo>
                      <a:pt x="6350" y="532130"/>
                      <a:pt x="20320" y="483870"/>
                      <a:pt x="27940" y="459740"/>
                    </a:cubicBezTo>
                    <a:cubicBezTo>
                      <a:pt x="35560" y="434340"/>
                      <a:pt x="48260" y="387350"/>
                      <a:pt x="49530" y="386080"/>
                    </a:cubicBezTo>
                    <a:cubicBezTo>
                      <a:pt x="49530" y="384810"/>
                      <a:pt x="74930" y="341630"/>
                      <a:pt x="87630" y="320040"/>
                    </a:cubicBezTo>
                    <a:cubicBezTo>
                      <a:pt x="100330" y="297180"/>
                      <a:pt x="125730" y="254000"/>
                      <a:pt x="125730" y="252730"/>
                    </a:cubicBezTo>
                    <a:cubicBezTo>
                      <a:pt x="127000" y="252730"/>
                      <a:pt x="161290" y="215900"/>
                      <a:pt x="179070" y="198120"/>
                    </a:cubicBezTo>
                    <a:cubicBezTo>
                      <a:pt x="196850" y="180340"/>
                      <a:pt x="231140" y="143510"/>
                      <a:pt x="232410" y="143510"/>
                    </a:cubicBezTo>
                    <a:cubicBezTo>
                      <a:pt x="232410" y="142240"/>
                      <a:pt x="275590" y="115570"/>
                      <a:pt x="297180" y="101600"/>
                    </a:cubicBezTo>
                    <a:cubicBezTo>
                      <a:pt x="318770" y="88900"/>
                      <a:pt x="360680" y="62230"/>
                      <a:pt x="361950" y="60960"/>
                    </a:cubicBezTo>
                    <a:cubicBezTo>
                      <a:pt x="361950" y="60960"/>
                      <a:pt x="410210" y="44450"/>
                      <a:pt x="434340" y="36830"/>
                    </a:cubicBezTo>
                    <a:cubicBezTo>
                      <a:pt x="458470" y="29210"/>
                      <a:pt x="505460" y="12700"/>
                      <a:pt x="506730" y="12700"/>
                    </a:cubicBezTo>
                    <a:cubicBezTo>
                      <a:pt x="508000" y="12700"/>
                      <a:pt x="557530" y="8890"/>
                      <a:pt x="582930" y="6350"/>
                    </a:cubicBezTo>
                    <a:cubicBezTo>
                      <a:pt x="608330" y="5080"/>
                      <a:pt x="657860" y="0"/>
                      <a:pt x="659130" y="0"/>
                    </a:cubicBezTo>
                    <a:cubicBezTo>
                      <a:pt x="660400" y="0"/>
                      <a:pt x="709930" y="8890"/>
                      <a:pt x="735330" y="12700"/>
                    </a:cubicBezTo>
                    <a:cubicBezTo>
                      <a:pt x="759460" y="16510"/>
                      <a:pt x="808990" y="25400"/>
                      <a:pt x="810260" y="25400"/>
                    </a:cubicBezTo>
                    <a:cubicBezTo>
                      <a:pt x="811530" y="25400"/>
                      <a:pt x="863600" y="46990"/>
                      <a:pt x="880110" y="54610"/>
                    </a:cubicBezTo>
                    <a:cubicBezTo>
                      <a:pt x="891540" y="59690"/>
                      <a:pt x="897890" y="64770"/>
                      <a:pt x="906780" y="66040"/>
                    </a:cubicBezTo>
                    <a:cubicBezTo>
                      <a:pt x="916940" y="68580"/>
                      <a:pt x="924560" y="63500"/>
                      <a:pt x="939800" y="66040"/>
                    </a:cubicBezTo>
                    <a:cubicBezTo>
                      <a:pt x="971550" y="68580"/>
                      <a:pt x="1041400" y="81280"/>
                      <a:pt x="1088390" y="97790"/>
                    </a:cubicBezTo>
                    <a:cubicBezTo>
                      <a:pt x="1136650" y="115570"/>
                      <a:pt x="1183640" y="138430"/>
                      <a:pt x="1226820" y="166370"/>
                    </a:cubicBezTo>
                    <a:cubicBezTo>
                      <a:pt x="1268730" y="194310"/>
                      <a:pt x="1343660" y="265430"/>
                      <a:pt x="1343660" y="265430"/>
                    </a:cubicBezTo>
                    <a:cubicBezTo>
                      <a:pt x="1343660" y="265430"/>
                      <a:pt x="1414780" y="354330"/>
                      <a:pt x="1464310" y="394970"/>
                    </a:cubicBezTo>
                    <a:cubicBezTo>
                      <a:pt x="1525270" y="444500"/>
                      <a:pt x="1612900" y="486410"/>
                      <a:pt x="1686560" y="529590"/>
                    </a:cubicBezTo>
                    <a:cubicBezTo>
                      <a:pt x="1758950" y="571500"/>
                      <a:pt x="1905000" y="647700"/>
                      <a:pt x="1905000" y="647700"/>
                    </a:cubicBezTo>
                    <a:cubicBezTo>
                      <a:pt x="1905000" y="647700"/>
                      <a:pt x="1931670" y="647700"/>
                      <a:pt x="1931670" y="648970"/>
                    </a:cubicBezTo>
                    <a:cubicBezTo>
                      <a:pt x="1932940" y="648970"/>
                      <a:pt x="1954530" y="655320"/>
                      <a:pt x="1954530" y="654050"/>
                    </a:cubicBezTo>
                    <a:cubicBezTo>
                      <a:pt x="1954530" y="654050"/>
                      <a:pt x="1944370" y="650240"/>
                      <a:pt x="1944370" y="650240"/>
                    </a:cubicBezTo>
                    <a:cubicBezTo>
                      <a:pt x="1944370" y="650240"/>
                      <a:pt x="1957070" y="655320"/>
                      <a:pt x="1965960" y="657860"/>
                    </a:cubicBezTo>
                    <a:cubicBezTo>
                      <a:pt x="1977390" y="661670"/>
                      <a:pt x="1991360" y="664210"/>
                      <a:pt x="2005330" y="668020"/>
                    </a:cubicBezTo>
                    <a:cubicBezTo>
                      <a:pt x="2024380" y="673100"/>
                      <a:pt x="2058670" y="683260"/>
                      <a:pt x="2068830" y="685800"/>
                    </a:cubicBezTo>
                    <a:cubicBezTo>
                      <a:pt x="2072640" y="687070"/>
                      <a:pt x="2075180" y="687070"/>
                      <a:pt x="2076450" y="687070"/>
                    </a:cubicBezTo>
                    <a:cubicBezTo>
                      <a:pt x="2077720" y="688340"/>
                      <a:pt x="2077720" y="688340"/>
                      <a:pt x="2077720" y="688340"/>
                    </a:cubicBezTo>
                    <a:cubicBezTo>
                      <a:pt x="2077720" y="688340"/>
                      <a:pt x="2078990" y="688340"/>
                      <a:pt x="2078990" y="688340"/>
                    </a:cubicBezTo>
                    <a:cubicBezTo>
                      <a:pt x="2080260" y="689610"/>
                      <a:pt x="2104390" y="703580"/>
                      <a:pt x="2114550" y="708660"/>
                    </a:cubicBezTo>
                    <a:cubicBezTo>
                      <a:pt x="2123440" y="712470"/>
                      <a:pt x="2131060" y="712470"/>
                      <a:pt x="2138680" y="716280"/>
                    </a:cubicBezTo>
                    <a:cubicBezTo>
                      <a:pt x="2147570" y="721360"/>
                      <a:pt x="2153920" y="728980"/>
                      <a:pt x="2164080" y="735330"/>
                    </a:cubicBezTo>
                    <a:cubicBezTo>
                      <a:pt x="2176780" y="744220"/>
                      <a:pt x="2213610" y="763270"/>
                      <a:pt x="2213610" y="763270"/>
                    </a:cubicBezTo>
                    <a:cubicBezTo>
                      <a:pt x="2212340" y="763270"/>
                      <a:pt x="2207260" y="764540"/>
                      <a:pt x="2207260" y="767080"/>
                    </a:cubicBezTo>
                    <a:cubicBezTo>
                      <a:pt x="2207260" y="770890"/>
                      <a:pt x="2240280" y="783590"/>
                      <a:pt x="2252980" y="793750"/>
                    </a:cubicBezTo>
                    <a:cubicBezTo>
                      <a:pt x="2261870" y="802640"/>
                      <a:pt x="2266950" y="812800"/>
                      <a:pt x="2274570" y="820420"/>
                    </a:cubicBezTo>
                    <a:cubicBezTo>
                      <a:pt x="2283460" y="828040"/>
                      <a:pt x="2294890" y="834390"/>
                      <a:pt x="2302510" y="842010"/>
                    </a:cubicBezTo>
                    <a:cubicBezTo>
                      <a:pt x="2307590" y="847090"/>
                      <a:pt x="2307590" y="854710"/>
                      <a:pt x="2313940" y="859790"/>
                    </a:cubicBezTo>
                    <a:cubicBezTo>
                      <a:pt x="2322830" y="866140"/>
                      <a:pt x="2345690" y="861060"/>
                      <a:pt x="2355850" y="868680"/>
                    </a:cubicBezTo>
                    <a:cubicBezTo>
                      <a:pt x="2364740" y="873760"/>
                      <a:pt x="2366010" y="886460"/>
                      <a:pt x="2373630" y="894080"/>
                    </a:cubicBezTo>
                    <a:cubicBezTo>
                      <a:pt x="2383790" y="901700"/>
                      <a:pt x="2411730" y="911860"/>
                      <a:pt x="2411730" y="913130"/>
                    </a:cubicBezTo>
                    <a:cubicBezTo>
                      <a:pt x="2413000" y="913130"/>
                      <a:pt x="2433320" y="932180"/>
                      <a:pt x="2446020" y="941070"/>
                    </a:cubicBezTo>
                    <a:cubicBezTo>
                      <a:pt x="2462530" y="952500"/>
                      <a:pt x="2482850" y="960120"/>
                      <a:pt x="2501900" y="971550"/>
                    </a:cubicBezTo>
                    <a:cubicBezTo>
                      <a:pt x="2522220" y="982980"/>
                      <a:pt x="2543810" y="999490"/>
                      <a:pt x="2565400" y="1013460"/>
                    </a:cubicBezTo>
                    <a:cubicBezTo>
                      <a:pt x="2585720" y="1028700"/>
                      <a:pt x="2627630" y="1056640"/>
                      <a:pt x="2627630" y="1056640"/>
                    </a:cubicBezTo>
                    <a:cubicBezTo>
                      <a:pt x="2628900" y="1057910"/>
                      <a:pt x="2661920" y="1094740"/>
                      <a:pt x="2679700" y="1113790"/>
                    </a:cubicBezTo>
                    <a:cubicBezTo>
                      <a:pt x="2696210" y="1132840"/>
                      <a:pt x="2730500" y="1169670"/>
                      <a:pt x="2730500" y="1170940"/>
                    </a:cubicBezTo>
                    <a:cubicBezTo>
                      <a:pt x="2731770" y="1172210"/>
                      <a:pt x="2754630" y="1215390"/>
                      <a:pt x="2766060" y="1238250"/>
                    </a:cubicBezTo>
                    <a:cubicBezTo>
                      <a:pt x="2778760" y="1261110"/>
                      <a:pt x="2802890" y="1305560"/>
                      <a:pt x="2802890" y="1305560"/>
                    </a:cubicBezTo>
                    <a:cubicBezTo>
                      <a:pt x="2802890" y="1306830"/>
                      <a:pt x="2815590" y="1355090"/>
                      <a:pt x="2821940" y="1380490"/>
                    </a:cubicBezTo>
                    <a:cubicBezTo>
                      <a:pt x="2828290" y="1404620"/>
                      <a:pt x="2839720" y="1452880"/>
                      <a:pt x="2840990" y="1454150"/>
                    </a:cubicBezTo>
                    <a:cubicBezTo>
                      <a:pt x="2840990" y="1455420"/>
                      <a:pt x="2840990" y="1504950"/>
                      <a:pt x="2840990" y="1530350"/>
                    </a:cubicBezTo>
                    <a:cubicBezTo>
                      <a:pt x="2840990" y="1555750"/>
                      <a:pt x="2842260" y="1606550"/>
                      <a:pt x="2840990" y="1607820"/>
                    </a:cubicBezTo>
                    <a:cubicBezTo>
                      <a:pt x="2840990" y="1607820"/>
                      <a:pt x="2829560" y="1657350"/>
                      <a:pt x="2823210" y="1681480"/>
                    </a:cubicBezTo>
                    <a:cubicBezTo>
                      <a:pt x="2818130" y="1706880"/>
                      <a:pt x="2806700" y="1755140"/>
                      <a:pt x="2805430" y="1756410"/>
                    </a:cubicBezTo>
                    <a:cubicBezTo>
                      <a:pt x="2805430" y="1757680"/>
                      <a:pt x="2782570" y="1802130"/>
                      <a:pt x="2771140" y="1823720"/>
                    </a:cubicBezTo>
                    <a:cubicBezTo>
                      <a:pt x="2759710" y="1846580"/>
                      <a:pt x="2736850" y="1891030"/>
                      <a:pt x="2735580" y="1892300"/>
                    </a:cubicBezTo>
                    <a:cubicBezTo>
                      <a:pt x="2735580" y="1893570"/>
                      <a:pt x="2698750" y="1934210"/>
                      <a:pt x="2686050" y="1949450"/>
                    </a:cubicBezTo>
                    <a:cubicBezTo>
                      <a:pt x="2675890" y="1960880"/>
                      <a:pt x="2668270" y="1963420"/>
                      <a:pt x="2661920" y="1977390"/>
                    </a:cubicBezTo>
                    <a:cubicBezTo>
                      <a:pt x="2651760" y="2001520"/>
                      <a:pt x="2677160" y="2054860"/>
                      <a:pt x="2646680" y="2092960"/>
                    </a:cubicBezTo>
                    <a:cubicBezTo>
                      <a:pt x="2562860" y="2195830"/>
                      <a:pt x="2072640" y="2397760"/>
                      <a:pt x="1811020" y="2379980"/>
                    </a:cubicBezTo>
                    <a:cubicBezTo>
                      <a:pt x="1564640" y="2363470"/>
                      <a:pt x="1329690" y="2152650"/>
                      <a:pt x="1115060" y="2030730"/>
                    </a:cubicBezTo>
                    <a:cubicBezTo>
                      <a:pt x="919480" y="1918970"/>
                      <a:pt x="675640" y="1827530"/>
                      <a:pt x="574040" y="1684020"/>
                    </a:cubicBezTo>
                    <a:cubicBezTo>
                      <a:pt x="491490" y="1568450"/>
                      <a:pt x="537210" y="1363980"/>
                      <a:pt x="477520" y="1281430"/>
                    </a:cubicBezTo>
                    <a:cubicBezTo>
                      <a:pt x="436880" y="1225550"/>
                      <a:pt x="316230" y="1184910"/>
                      <a:pt x="316230" y="1184910"/>
                    </a:cubicBezTo>
                    <a:cubicBezTo>
                      <a:pt x="314960" y="1183640"/>
                      <a:pt x="274320" y="1154430"/>
                      <a:pt x="254000" y="1139190"/>
                    </a:cubicBezTo>
                    <a:cubicBezTo>
                      <a:pt x="233680" y="1123950"/>
                      <a:pt x="194310" y="1093470"/>
                      <a:pt x="193040" y="1092200"/>
                    </a:cubicBezTo>
                    <a:cubicBezTo>
                      <a:pt x="193040" y="1092200"/>
                      <a:pt x="161290" y="1052830"/>
                      <a:pt x="144780" y="1033780"/>
                    </a:cubicBezTo>
                    <a:cubicBezTo>
                      <a:pt x="128270" y="1013460"/>
                      <a:pt x="96520" y="975360"/>
                      <a:pt x="96520" y="974090"/>
                    </a:cubicBezTo>
                    <a:cubicBezTo>
                      <a:pt x="96520" y="972820"/>
                      <a:pt x="74930" y="928370"/>
                      <a:pt x="63500" y="905510"/>
                    </a:cubicBezTo>
                    <a:cubicBezTo>
                      <a:pt x="53340" y="881380"/>
                      <a:pt x="31750" y="836930"/>
                      <a:pt x="30480" y="835660"/>
                    </a:cubicBezTo>
                    <a:cubicBezTo>
                      <a:pt x="30480" y="834390"/>
                      <a:pt x="20320" y="786130"/>
                      <a:pt x="15240" y="760730"/>
                    </a:cubicBezTo>
                    <a:cubicBezTo>
                      <a:pt x="10160" y="735330"/>
                      <a:pt x="0" y="687070"/>
                      <a:pt x="0" y="68580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2" name="Group 22"/>
            <p:cNvGrpSpPr/>
            <p:nvPr/>
          </p:nvGrpSpPr>
          <p:grpSpPr>
            <a:xfrm rot="0">
              <a:off x="364490" y="1010285"/>
              <a:ext cx="4685030" cy="4220210"/>
              <a:chOff x="0" y="0"/>
              <a:chExt cx="4685030" cy="422021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50800" y="50800"/>
                <a:ext cx="4634240" cy="4117340"/>
              </a:xfrm>
              <a:custGeom>
                <a:avLst/>
                <a:gdLst/>
                <a:ahLst/>
                <a:cxnLst/>
                <a:rect l="l" t="t" r="r" b="b"/>
                <a:pathLst>
                  <a:path w="4634240" h="4117340">
                    <a:moveTo>
                      <a:pt x="0" y="3488690"/>
                    </a:moveTo>
                    <a:cubicBezTo>
                      <a:pt x="3810" y="3378200"/>
                      <a:pt x="5080" y="3323590"/>
                      <a:pt x="5080" y="3322320"/>
                    </a:cubicBezTo>
                    <a:cubicBezTo>
                      <a:pt x="5080" y="3321050"/>
                      <a:pt x="19050" y="3267710"/>
                      <a:pt x="26670" y="3241040"/>
                    </a:cubicBezTo>
                    <a:cubicBezTo>
                      <a:pt x="34290" y="3214370"/>
                      <a:pt x="49530" y="3162300"/>
                      <a:pt x="49530" y="3161030"/>
                    </a:cubicBezTo>
                    <a:cubicBezTo>
                      <a:pt x="49530" y="3159760"/>
                      <a:pt x="76200" y="3112770"/>
                      <a:pt x="90170" y="3088640"/>
                    </a:cubicBezTo>
                    <a:cubicBezTo>
                      <a:pt x="104140" y="3064510"/>
                      <a:pt x="130810" y="3016250"/>
                      <a:pt x="130810" y="3014980"/>
                    </a:cubicBezTo>
                    <a:cubicBezTo>
                      <a:pt x="132080" y="3014980"/>
                      <a:pt x="168910" y="2974340"/>
                      <a:pt x="187960" y="2954020"/>
                    </a:cubicBezTo>
                    <a:cubicBezTo>
                      <a:pt x="207010" y="2933700"/>
                      <a:pt x="245110" y="2894330"/>
                      <a:pt x="245110" y="2894330"/>
                    </a:cubicBezTo>
                    <a:cubicBezTo>
                      <a:pt x="245110" y="2893060"/>
                      <a:pt x="245110" y="2893060"/>
                      <a:pt x="245110" y="2893060"/>
                    </a:cubicBezTo>
                    <a:cubicBezTo>
                      <a:pt x="246380" y="2893060"/>
                      <a:pt x="292100" y="2863850"/>
                      <a:pt x="314960" y="2848610"/>
                    </a:cubicBezTo>
                    <a:cubicBezTo>
                      <a:pt x="339090" y="2833370"/>
                      <a:pt x="384810" y="2802890"/>
                      <a:pt x="386080" y="2802890"/>
                    </a:cubicBezTo>
                    <a:cubicBezTo>
                      <a:pt x="386080" y="2802890"/>
                      <a:pt x="438150" y="2785110"/>
                      <a:pt x="464820" y="2774950"/>
                    </a:cubicBezTo>
                    <a:cubicBezTo>
                      <a:pt x="490220" y="2766060"/>
                      <a:pt x="542290" y="2748280"/>
                      <a:pt x="543560" y="2748280"/>
                    </a:cubicBezTo>
                    <a:cubicBezTo>
                      <a:pt x="543560" y="2748280"/>
                      <a:pt x="549910" y="2745740"/>
                      <a:pt x="552450" y="2744470"/>
                    </a:cubicBezTo>
                    <a:cubicBezTo>
                      <a:pt x="554990" y="2743200"/>
                      <a:pt x="556260" y="2741930"/>
                      <a:pt x="558800" y="2738120"/>
                    </a:cubicBezTo>
                    <a:cubicBezTo>
                      <a:pt x="568960" y="2727960"/>
                      <a:pt x="615950" y="2680970"/>
                      <a:pt x="617220" y="2680970"/>
                    </a:cubicBezTo>
                    <a:cubicBezTo>
                      <a:pt x="617220" y="2679700"/>
                      <a:pt x="617220" y="2680970"/>
                      <a:pt x="617220" y="2679700"/>
                    </a:cubicBezTo>
                    <a:cubicBezTo>
                      <a:pt x="617220" y="2679700"/>
                      <a:pt x="662940" y="2651760"/>
                      <a:pt x="685800" y="2637790"/>
                    </a:cubicBezTo>
                    <a:cubicBezTo>
                      <a:pt x="709930" y="2623820"/>
                      <a:pt x="754380" y="2595880"/>
                      <a:pt x="755650" y="2595880"/>
                    </a:cubicBezTo>
                    <a:cubicBezTo>
                      <a:pt x="756920" y="2594610"/>
                      <a:pt x="807720" y="2579370"/>
                      <a:pt x="833120" y="2570480"/>
                    </a:cubicBezTo>
                    <a:cubicBezTo>
                      <a:pt x="859790" y="2562860"/>
                      <a:pt x="909320" y="2546350"/>
                      <a:pt x="910590" y="2546350"/>
                    </a:cubicBezTo>
                    <a:cubicBezTo>
                      <a:pt x="911860" y="2546350"/>
                      <a:pt x="911860" y="2546350"/>
                      <a:pt x="911860" y="2546350"/>
                    </a:cubicBezTo>
                    <a:cubicBezTo>
                      <a:pt x="911860" y="2546350"/>
                      <a:pt x="1092200" y="2508250"/>
                      <a:pt x="1144270" y="2503170"/>
                    </a:cubicBezTo>
                    <a:cubicBezTo>
                      <a:pt x="1169670" y="2500630"/>
                      <a:pt x="1187450" y="2504440"/>
                      <a:pt x="1202690" y="2501900"/>
                    </a:cubicBezTo>
                    <a:cubicBezTo>
                      <a:pt x="1212850" y="2499360"/>
                      <a:pt x="1223010" y="2499360"/>
                      <a:pt x="1229360" y="2491740"/>
                    </a:cubicBezTo>
                    <a:cubicBezTo>
                      <a:pt x="1235710" y="2484120"/>
                      <a:pt x="1235710" y="2454910"/>
                      <a:pt x="1235710" y="2454910"/>
                    </a:cubicBezTo>
                    <a:cubicBezTo>
                      <a:pt x="1235710" y="2453640"/>
                      <a:pt x="1258570" y="2404110"/>
                      <a:pt x="1270000" y="2378710"/>
                    </a:cubicBezTo>
                    <a:cubicBezTo>
                      <a:pt x="1281430" y="2353310"/>
                      <a:pt x="1304290" y="2303780"/>
                      <a:pt x="1304290" y="2302510"/>
                    </a:cubicBezTo>
                    <a:cubicBezTo>
                      <a:pt x="1304290" y="2301240"/>
                      <a:pt x="1338580" y="2259330"/>
                      <a:pt x="1356360" y="2236470"/>
                    </a:cubicBezTo>
                    <a:cubicBezTo>
                      <a:pt x="1372870" y="2214880"/>
                      <a:pt x="1407160" y="2171700"/>
                      <a:pt x="1407160" y="2171700"/>
                    </a:cubicBezTo>
                    <a:cubicBezTo>
                      <a:pt x="1408430" y="2170430"/>
                      <a:pt x="1451610" y="2137410"/>
                      <a:pt x="1473200" y="2119630"/>
                    </a:cubicBezTo>
                    <a:cubicBezTo>
                      <a:pt x="1494790" y="2103120"/>
                      <a:pt x="1537970" y="2068830"/>
                      <a:pt x="1539240" y="2068830"/>
                    </a:cubicBezTo>
                    <a:cubicBezTo>
                      <a:pt x="1539240" y="2067560"/>
                      <a:pt x="1558290" y="2065020"/>
                      <a:pt x="1562100" y="2057400"/>
                    </a:cubicBezTo>
                    <a:cubicBezTo>
                      <a:pt x="1569720" y="2045970"/>
                      <a:pt x="1555750" y="2014220"/>
                      <a:pt x="1553210" y="1991360"/>
                    </a:cubicBezTo>
                    <a:cubicBezTo>
                      <a:pt x="1548130" y="1963420"/>
                      <a:pt x="1539240" y="1906270"/>
                      <a:pt x="1539240" y="1905000"/>
                    </a:cubicBezTo>
                    <a:cubicBezTo>
                      <a:pt x="1539240" y="1903730"/>
                      <a:pt x="1544320" y="1847850"/>
                      <a:pt x="1546860" y="1818640"/>
                    </a:cubicBezTo>
                    <a:cubicBezTo>
                      <a:pt x="1550670" y="1789430"/>
                      <a:pt x="1554480" y="1733550"/>
                      <a:pt x="1555750" y="1732280"/>
                    </a:cubicBezTo>
                    <a:cubicBezTo>
                      <a:pt x="1555750" y="1731010"/>
                      <a:pt x="1572260" y="1692910"/>
                      <a:pt x="1583690" y="1652270"/>
                    </a:cubicBezTo>
                    <a:cubicBezTo>
                      <a:pt x="1615440" y="1537970"/>
                      <a:pt x="1686560" y="1031240"/>
                      <a:pt x="1732280" y="984250"/>
                    </a:cubicBezTo>
                    <a:cubicBezTo>
                      <a:pt x="1742440" y="974090"/>
                      <a:pt x="1752600" y="984250"/>
                      <a:pt x="1761490" y="977900"/>
                    </a:cubicBezTo>
                    <a:cubicBezTo>
                      <a:pt x="1772920" y="967740"/>
                      <a:pt x="1786890" y="942340"/>
                      <a:pt x="1789430" y="924560"/>
                    </a:cubicBezTo>
                    <a:cubicBezTo>
                      <a:pt x="1791970" y="906780"/>
                      <a:pt x="1781810" y="890270"/>
                      <a:pt x="1779270" y="869950"/>
                    </a:cubicBezTo>
                    <a:cubicBezTo>
                      <a:pt x="1776730" y="844550"/>
                      <a:pt x="1775460" y="811530"/>
                      <a:pt x="1774190" y="782320"/>
                    </a:cubicBezTo>
                    <a:cubicBezTo>
                      <a:pt x="1772920" y="751840"/>
                      <a:pt x="1769110" y="694690"/>
                      <a:pt x="1769110" y="693420"/>
                    </a:cubicBezTo>
                    <a:cubicBezTo>
                      <a:pt x="1769110" y="692150"/>
                      <a:pt x="1779270" y="635000"/>
                      <a:pt x="1784350" y="605790"/>
                    </a:cubicBezTo>
                    <a:cubicBezTo>
                      <a:pt x="1789430" y="576580"/>
                      <a:pt x="1799590" y="519430"/>
                      <a:pt x="1800860" y="518160"/>
                    </a:cubicBezTo>
                    <a:cubicBezTo>
                      <a:pt x="1800860" y="516890"/>
                      <a:pt x="1824990" y="463550"/>
                      <a:pt x="1836420" y="436880"/>
                    </a:cubicBezTo>
                    <a:cubicBezTo>
                      <a:pt x="1849120" y="410210"/>
                      <a:pt x="1871980" y="356870"/>
                      <a:pt x="1873250" y="355600"/>
                    </a:cubicBezTo>
                    <a:cubicBezTo>
                      <a:pt x="1873250" y="354330"/>
                      <a:pt x="1910080" y="308610"/>
                      <a:pt x="1927860" y="285750"/>
                    </a:cubicBezTo>
                    <a:cubicBezTo>
                      <a:pt x="1945640" y="262890"/>
                      <a:pt x="1981200" y="217170"/>
                      <a:pt x="1982470" y="215900"/>
                    </a:cubicBezTo>
                    <a:cubicBezTo>
                      <a:pt x="1983740" y="214630"/>
                      <a:pt x="2029460" y="179070"/>
                      <a:pt x="2052320" y="161290"/>
                    </a:cubicBezTo>
                    <a:cubicBezTo>
                      <a:pt x="2075180" y="142240"/>
                      <a:pt x="2120900" y="106680"/>
                      <a:pt x="2122170" y="105410"/>
                    </a:cubicBezTo>
                    <a:cubicBezTo>
                      <a:pt x="2123440" y="105410"/>
                      <a:pt x="2176780" y="81280"/>
                      <a:pt x="2203450" y="68580"/>
                    </a:cubicBezTo>
                    <a:cubicBezTo>
                      <a:pt x="2230120" y="57150"/>
                      <a:pt x="2283460" y="33020"/>
                      <a:pt x="2284730" y="33020"/>
                    </a:cubicBezTo>
                    <a:cubicBezTo>
                      <a:pt x="2286000" y="31750"/>
                      <a:pt x="2343150" y="21590"/>
                      <a:pt x="2371090" y="16510"/>
                    </a:cubicBezTo>
                    <a:cubicBezTo>
                      <a:pt x="2400300" y="11430"/>
                      <a:pt x="2457450" y="0"/>
                      <a:pt x="2458720" y="0"/>
                    </a:cubicBezTo>
                    <a:cubicBezTo>
                      <a:pt x="2459990" y="0"/>
                      <a:pt x="2518410" y="3810"/>
                      <a:pt x="2547620" y="5080"/>
                    </a:cubicBezTo>
                    <a:cubicBezTo>
                      <a:pt x="2576830" y="7620"/>
                      <a:pt x="2635250" y="10160"/>
                      <a:pt x="2636520" y="10160"/>
                    </a:cubicBezTo>
                    <a:cubicBezTo>
                      <a:pt x="2637790" y="11430"/>
                      <a:pt x="2693670" y="27940"/>
                      <a:pt x="2721610" y="36830"/>
                    </a:cubicBezTo>
                    <a:cubicBezTo>
                      <a:pt x="2749550" y="45720"/>
                      <a:pt x="2805430" y="62230"/>
                      <a:pt x="2806700" y="63500"/>
                    </a:cubicBezTo>
                    <a:cubicBezTo>
                      <a:pt x="2807970" y="63500"/>
                      <a:pt x="2857500" y="93980"/>
                      <a:pt x="2882900" y="109220"/>
                    </a:cubicBezTo>
                    <a:cubicBezTo>
                      <a:pt x="2908300" y="124460"/>
                      <a:pt x="2957830" y="153670"/>
                      <a:pt x="2959100" y="154940"/>
                    </a:cubicBezTo>
                    <a:cubicBezTo>
                      <a:pt x="2959100" y="156210"/>
                      <a:pt x="3001010" y="196850"/>
                      <a:pt x="3021330" y="217170"/>
                    </a:cubicBezTo>
                    <a:cubicBezTo>
                      <a:pt x="3042920" y="238760"/>
                      <a:pt x="3083560" y="279400"/>
                      <a:pt x="3084830" y="280670"/>
                    </a:cubicBezTo>
                    <a:cubicBezTo>
                      <a:pt x="3084830" y="281940"/>
                      <a:pt x="3115310" y="331470"/>
                      <a:pt x="3130550" y="356870"/>
                    </a:cubicBezTo>
                    <a:cubicBezTo>
                      <a:pt x="3145790" y="382270"/>
                      <a:pt x="3176270" y="431800"/>
                      <a:pt x="3177540" y="431800"/>
                    </a:cubicBezTo>
                    <a:cubicBezTo>
                      <a:pt x="3177540" y="433070"/>
                      <a:pt x="3177540" y="433070"/>
                      <a:pt x="3177540" y="433070"/>
                    </a:cubicBezTo>
                    <a:cubicBezTo>
                      <a:pt x="3177540" y="433070"/>
                      <a:pt x="3194050" y="488950"/>
                      <a:pt x="3202940" y="516890"/>
                    </a:cubicBezTo>
                    <a:cubicBezTo>
                      <a:pt x="3211830" y="546100"/>
                      <a:pt x="3223260" y="572770"/>
                      <a:pt x="3229610" y="601980"/>
                    </a:cubicBezTo>
                    <a:cubicBezTo>
                      <a:pt x="3237230" y="631190"/>
                      <a:pt x="3237230" y="668020"/>
                      <a:pt x="3247390" y="689610"/>
                    </a:cubicBezTo>
                    <a:cubicBezTo>
                      <a:pt x="3253740" y="703580"/>
                      <a:pt x="3263900" y="706120"/>
                      <a:pt x="3272790" y="723900"/>
                    </a:cubicBezTo>
                    <a:cubicBezTo>
                      <a:pt x="3294380" y="764540"/>
                      <a:pt x="3338830" y="897890"/>
                      <a:pt x="3346450" y="949960"/>
                    </a:cubicBezTo>
                    <a:cubicBezTo>
                      <a:pt x="3350260" y="977900"/>
                      <a:pt x="3342640" y="990600"/>
                      <a:pt x="3346450" y="1013460"/>
                    </a:cubicBezTo>
                    <a:cubicBezTo>
                      <a:pt x="3350260" y="1043940"/>
                      <a:pt x="3347720" y="1094740"/>
                      <a:pt x="3378200" y="1117600"/>
                    </a:cubicBezTo>
                    <a:cubicBezTo>
                      <a:pt x="3435350" y="1159510"/>
                      <a:pt x="3610610" y="1078230"/>
                      <a:pt x="3750310" y="1125220"/>
                    </a:cubicBezTo>
                    <a:cubicBezTo>
                      <a:pt x="3983990" y="1205230"/>
                      <a:pt x="4453890" y="1466850"/>
                      <a:pt x="4582160" y="1739900"/>
                    </a:cubicBezTo>
                    <a:cubicBezTo>
                      <a:pt x="4710430" y="2009140"/>
                      <a:pt x="4565650" y="2453640"/>
                      <a:pt x="4531360" y="2749550"/>
                    </a:cubicBezTo>
                    <a:cubicBezTo>
                      <a:pt x="4503420" y="2985770"/>
                      <a:pt x="4566920" y="3244850"/>
                      <a:pt x="4417060" y="3383280"/>
                    </a:cubicBezTo>
                    <a:cubicBezTo>
                      <a:pt x="4193540" y="3587750"/>
                      <a:pt x="3115310" y="3567430"/>
                      <a:pt x="3008630" y="3520440"/>
                    </a:cubicBezTo>
                    <a:cubicBezTo>
                      <a:pt x="2990850" y="3512820"/>
                      <a:pt x="2998470" y="3493770"/>
                      <a:pt x="2984500" y="3489960"/>
                    </a:cubicBezTo>
                    <a:cubicBezTo>
                      <a:pt x="2962910" y="3481070"/>
                      <a:pt x="2891790" y="3495040"/>
                      <a:pt x="2870200" y="3514090"/>
                    </a:cubicBezTo>
                    <a:cubicBezTo>
                      <a:pt x="2854960" y="3529330"/>
                      <a:pt x="2863850" y="3553460"/>
                      <a:pt x="2853690" y="3578860"/>
                    </a:cubicBezTo>
                    <a:cubicBezTo>
                      <a:pt x="2838450" y="3615690"/>
                      <a:pt x="2807970" y="3672840"/>
                      <a:pt x="2777490" y="3716020"/>
                    </a:cubicBezTo>
                    <a:cubicBezTo>
                      <a:pt x="2747010" y="3757930"/>
                      <a:pt x="2711450" y="3797300"/>
                      <a:pt x="2670810" y="3830320"/>
                    </a:cubicBezTo>
                    <a:cubicBezTo>
                      <a:pt x="2631440" y="3864610"/>
                      <a:pt x="2586990" y="3893820"/>
                      <a:pt x="2540000" y="3916680"/>
                    </a:cubicBezTo>
                    <a:cubicBezTo>
                      <a:pt x="2494280" y="3939540"/>
                      <a:pt x="2443480" y="3957320"/>
                      <a:pt x="2392680" y="3968750"/>
                    </a:cubicBezTo>
                    <a:cubicBezTo>
                      <a:pt x="2341880" y="3980180"/>
                      <a:pt x="2288540" y="3986530"/>
                      <a:pt x="2237740" y="3985260"/>
                    </a:cubicBezTo>
                    <a:cubicBezTo>
                      <a:pt x="2185670" y="3983990"/>
                      <a:pt x="2132330" y="3976370"/>
                      <a:pt x="2081530" y="3962400"/>
                    </a:cubicBezTo>
                    <a:cubicBezTo>
                      <a:pt x="2032000" y="3949700"/>
                      <a:pt x="1982470" y="3929380"/>
                      <a:pt x="1936750" y="3903980"/>
                    </a:cubicBezTo>
                    <a:cubicBezTo>
                      <a:pt x="1891030" y="3878580"/>
                      <a:pt x="1819910" y="3826510"/>
                      <a:pt x="1809750" y="3812540"/>
                    </a:cubicBezTo>
                    <a:cubicBezTo>
                      <a:pt x="1807210" y="3810000"/>
                      <a:pt x="1809750" y="3807460"/>
                      <a:pt x="1807210" y="3806190"/>
                    </a:cubicBezTo>
                    <a:cubicBezTo>
                      <a:pt x="1800860" y="3802380"/>
                      <a:pt x="1767840" y="3817620"/>
                      <a:pt x="1746250" y="3823970"/>
                    </a:cubicBezTo>
                    <a:cubicBezTo>
                      <a:pt x="1722120" y="3830320"/>
                      <a:pt x="1668780" y="3845560"/>
                      <a:pt x="1667510" y="3845560"/>
                    </a:cubicBezTo>
                    <a:cubicBezTo>
                      <a:pt x="1663700" y="3846830"/>
                      <a:pt x="1121410" y="4028440"/>
                      <a:pt x="977900" y="4069080"/>
                    </a:cubicBezTo>
                    <a:cubicBezTo>
                      <a:pt x="913130" y="4086860"/>
                      <a:pt x="836930" y="4102100"/>
                      <a:pt x="835660" y="4102100"/>
                    </a:cubicBezTo>
                    <a:cubicBezTo>
                      <a:pt x="834390" y="4102100"/>
                      <a:pt x="781050" y="4107180"/>
                      <a:pt x="753110" y="4109720"/>
                    </a:cubicBezTo>
                    <a:cubicBezTo>
                      <a:pt x="725170" y="4112260"/>
                      <a:pt x="670560" y="4117340"/>
                      <a:pt x="669290" y="4117340"/>
                    </a:cubicBezTo>
                    <a:cubicBezTo>
                      <a:pt x="669290" y="4117340"/>
                      <a:pt x="614680" y="4109720"/>
                      <a:pt x="586740" y="4104640"/>
                    </a:cubicBezTo>
                    <a:cubicBezTo>
                      <a:pt x="560070" y="4100830"/>
                      <a:pt x="505460" y="4093210"/>
                      <a:pt x="504190" y="4093210"/>
                    </a:cubicBezTo>
                    <a:cubicBezTo>
                      <a:pt x="504190" y="4091940"/>
                      <a:pt x="453390" y="4071620"/>
                      <a:pt x="427990" y="4061460"/>
                    </a:cubicBezTo>
                    <a:cubicBezTo>
                      <a:pt x="401320" y="4050030"/>
                      <a:pt x="351790" y="4029710"/>
                      <a:pt x="350520" y="4029710"/>
                    </a:cubicBezTo>
                    <a:cubicBezTo>
                      <a:pt x="350520" y="4028440"/>
                      <a:pt x="350520" y="4028440"/>
                      <a:pt x="350520" y="4028440"/>
                    </a:cubicBezTo>
                    <a:cubicBezTo>
                      <a:pt x="349250" y="4028440"/>
                      <a:pt x="306070" y="3996690"/>
                      <a:pt x="283210" y="3980180"/>
                    </a:cubicBezTo>
                    <a:cubicBezTo>
                      <a:pt x="260350" y="3963670"/>
                      <a:pt x="215900" y="3930650"/>
                      <a:pt x="215900" y="3930650"/>
                    </a:cubicBezTo>
                    <a:cubicBezTo>
                      <a:pt x="214630" y="3929380"/>
                      <a:pt x="180340" y="3887470"/>
                      <a:pt x="162560" y="3865880"/>
                    </a:cubicBezTo>
                    <a:cubicBezTo>
                      <a:pt x="144780" y="3844290"/>
                      <a:pt x="109220" y="3803650"/>
                      <a:pt x="109220" y="3802380"/>
                    </a:cubicBezTo>
                    <a:cubicBezTo>
                      <a:pt x="107950" y="3802380"/>
                      <a:pt x="109220" y="3802380"/>
                      <a:pt x="107950" y="3802380"/>
                    </a:cubicBezTo>
                    <a:cubicBezTo>
                      <a:pt x="107950" y="3801110"/>
                      <a:pt x="83820" y="3751580"/>
                      <a:pt x="72390" y="3727450"/>
                    </a:cubicBezTo>
                    <a:cubicBezTo>
                      <a:pt x="59690" y="3702050"/>
                      <a:pt x="35560" y="3653790"/>
                      <a:pt x="35560" y="3652520"/>
                    </a:cubicBezTo>
                    <a:cubicBezTo>
                      <a:pt x="34290" y="3651250"/>
                      <a:pt x="22860" y="3597910"/>
                      <a:pt x="17780" y="3569970"/>
                    </a:cubicBezTo>
                    <a:cubicBezTo>
                      <a:pt x="11430" y="3543300"/>
                      <a:pt x="0" y="3489960"/>
                      <a:pt x="0" y="348869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4" name="Group 24"/>
            <p:cNvGrpSpPr/>
            <p:nvPr/>
          </p:nvGrpSpPr>
          <p:grpSpPr>
            <a:xfrm rot="0">
              <a:off x="0" y="388620"/>
              <a:ext cx="9762490" cy="3597910"/>
              <a:chOff x="0" y="0"/>
              <a:chExt cx="9762490" cy="359791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50800" y="50608"/>
                <a:ext cx="9660890" cy="3496502"/>
              </a:xfrm>
              <a:custGeom>
                <a:avLst/>
                <a:gdLst/>
                <a:ahLst/>
                <a:cxnLst/>
                <a:rect l="l" t="t" r="r" b="b"/>
                <a:pathLst>
                  <a:path w="9660890" h="3496502">
                    <a:moveTo>
                      <a:pt x="0" y="2290002"/>
                    </a:moveTo>
                    <a:cubicBezTo>
                      <a:pt x="1270" y="2288732"/>
                      <a:pt x="13970" y="2232852"/>
                      <a:pt x="20320" y="2203642"/>
                    </a:cubicBezTo>
                    <a:cubicBezTo>
                      <a:pt x="27940" y="2175702"/>
                      <a:pt x="40640" y="2118552"/>
                      <a:pt x="40640" y="2117282"/>
                    </a:cubicBezTo>
                    <a:cubicBezTo>
                      <a:pt x="41910" y="2116012"/>
                      <a:pt x="68580" y="2065212"/>
                      <a:pt x="81280" y="2038542"/>
                    </a:cubicBezTo>
                    <a:cubicBezTo>
                      <a:pt x="95250" y="2011872"/>
                      <a:pt x="121920" y="1961072"/>
                      <a:pt x="121920" y="1959802"/>
                    </a:cubicBezTo>
                    <a:cubicBezTo>
                      <a:pt x="123190" y="1958532"/>
                      <a:pt x="161290" y="1915352"/>
                      <a:pt x="180340" y="1892492"/>
                    </a:cubicBezTo>
                    <a:cubicBezTo>
                      <a:pt x="199390" y="1869632"/>
                      <a:pt x="237490" y="1826452"/>
                      <a:pt x="238760" y="1825182"/>
                    </a:cubicBezTo>
                    <a:cubicBezTo>
                      <a:pt x="238760" y="1823912"/>
                      <a:pt x="287020" y="1790892"/>
                      <a:pt x="311150" y="1774382"/>
                    </a:cubicBezTo>
                    <a:cubicBezTo>
                      <a:pt x="335280" y="1756602"/>
                      <a:pt x="382270" y="1723582"/>
                      <a:pt x="383540" y="1723582"/>
                    </a:cubicBezTo>
                    <a:cubicBezTo>
                      <a:pt x="383540" y="1723582"/>
                      <a:pt x="383540" y="1723582"/>
                      <a:pt x="383540" y="1722312"/>
                    </a:cubicBezTo>
                    <a:cubicBezTo>
                      <a:pt x="384810" y="1722312"/>
                      <a:pt x="438150" y="1701992"/>
                      <a:pt x="466090" y="1690562"/>
                    </a:cubicBezTo>
                    <a:cubicBezTo>
                      <a:pt x="494030" y="1680402"/>
                      <a:pt x="547370" y="1658812"/>
                      <a:pt x="548640" y="1658812"/>
                    </a:cubicBezTo>
                    <a:cubicBezTo>
                      <a:pt x="549910" y="1657542"/>
                      <a:pt x="607060" y="1649922"/>
                      <a:pt x="636270" y="1646112"/>
                    </a:cubicBezTo>
                    <a:cubicBezTo>
                      <a:pt x="665480" y="1642302"/>
                      <a:pt x="722630" y="1634682"/>
                      <a:pt x="725170" y="1634682"/>
                    </a:cubicBezTo>
                    <a:cubicBezTo>
                      <a:pt x="725170" y="1634682"/>
                      <a:pt x="861060" y="1652462"/>
                      <a:pt x="935990" y="1633412"/>
                    </a:cubicBezTo>
                    <a:cubicBezTo>
                      <a:pt x="1033780" y="1608012"/>
                      <a:pt x="1250950" y="1458152"/>
                      <a:pt x="1252220" y="1458152"/>
                    </a:cubicBezTo>
                    <a:cubicBezTo>
                      <a:pt x="1253490" y="1456882"/>
                      <a:pt x="1297940" y="1421322"/>
                      <a:pt x="1320800" y="1402272"/>
                    </a:cubicBezTo>
                    <a:cubicBezTo>
                      <a:pt x="1344930" y="1384492"/>
                      <a:pt x="1390650" y="1347662"/>
                      <a:pt x="1390650" y="1347662"/>
                    </a:cubicBezTo>
                    <a:cubicBezTo>
                      <a:pt x="1391920" y="1346392"/>
                      <a:pt x="1445260" y="1322262"/>
                      <a:pt x="1471930" y="1309562"/>
                    </a:cubicBezTo>
                    <a:cubicBezTo>
                      <a:pt x="1498600" y="1298132"/>
                      <a:pt x="1551940" y="1274002"/>
                      <a:pt x="1553210" y="1272732"/>
                    </a:cubicBezTo>
                    <a:cubicBezTo>
                      <a:pt x="1554480" y="1272732"/>
                      <a:pt x="1611630" y="1262572"/>
                      <a:pt x="1640840" y="1256222"/>
                    </a:cubicBezTo>
                    <a:cubicBezTo>
                      <a:pt x="1670050" y="1251142"/>
                      <a:pt x="1725930" y="1239712"/>
                      <a:pt x="1727200" y="1239712"/>
                    </a:cubicBezTo>
                    <a:cubicBezTo>
                      <a:pt x="1728470" y="1239712"/>
                      <a:pt x="1786890" y="1243522"/>
                      <a:pt x="1816100" y="1244792"/>
                    </a:cubicBezTo>
                    <a:cubicBezTo>
                      <a:pt x="1846580" y="1246062"/>
                      <a:pt x="1903730" y="1248602"/>
                      <a:pt x="1905000" y="1249872"/>
                    </a:cubicBezTo>
                    <a:cubicBezTo>
                      <a:pt x="1906270" y="1249872"/>
                      <a:pt x="1962150" y="1266382"/>
                      <a:pt x="1990090" y="1275272"/>
                    </a:cubicBezTo>
                    <a:cubicBezTo>
                      <a:pt x="2019300" y="1284162"/>
                      <a:pt x="2075180" y="1300672"/>
                      <a:pt x="2075180" y="1300672"/>
                    </a:cubicBezTo>
                    <a:cubicBezTo>
                      <a:pt x="2076450" y="1300672"/>
                      <a:pt x="2076450" y="1300672"/>
                      <a:pt x="2076450" y="1300672"/>
                    </a:cubicBezTo>
                    <a:cubicBezTo>
                      <a:pt x="2076450" y="1301942"/>
                      <a:pt x="2127250" y="1331152"/>
                      <a:pt x="2152650" y="1346392"/>
                    </a:cubicBezTo>
                    <a:cubicBezTo>
                      <a:pt x="2178050" y="1361632"/>
                      <a:pt x="2227580" y="1390842"/>
                      <a:pt x="2228850" y="1392112"/>
                    </a:cubicBezTo>
                    <a:cubicBezTo>
                      <a:pt x="2228850" y="1392112"/>
                      <a:pt x="2249170" y="1422592"/>
                      <a:pt x="2256790" y="1420052"/>
                    </a:cubicBezTo>
                    <a:cubicBezTo>
                      <a:pt x="2279650" y="1411162"/>
                      <a:pt x="2282190" y="1055562"/>
                      <a:pt x="2282190" y="1054292"/>
                    </a:cubicBezTo>
                    <a:cubicBezTo>
                      <a:pt x="2282190" y="1053022"/>
                      <a:pt x="2294890" y="995872"/>
                      <a:pt x="2301240" y="967932"/>
                    </a:cubicBezTo>
                    <a:cubicBezTo>
                      <a:pt x="2307590" y="938722"/>
                      <a:pt x="2319020" y="881572"/>
                      <a:pt x="2319020" y="880302"/>
                    </a:cubicBezTo>
                    <a:cubicBezTo>
                      <a:pt x="2320290" y="879032"/>
                      <a:pt x="2345690" y="826962"/>
                      <a:pt x="2358390" y="800292"/>
                    </a:cubicBezTo>
                    <a:cubicBezTo>
                      <a:pt x="2371090" y="774892"/>
                      <a:pt x="2396490" y="721552"/>
                      <a:pt x="2396490" y="721552"/>
                    </a:cubicBezTo>
                    <a:cubicBezTo>
                      <a:pt x="2397760" y="720282"/>
                      <a:pt x="2434590" y="675832"/>
                      <a:pt x="2453640" y="652972"/>
                    </a:cubicBezTo>
                    <a:cubicBezTo>
                      <a:pt x="2472690" y="630112"/>
                      <a:pt x="2509520" y="585662"/>
                      <a:pt x="2509520" y="584392"/>
                    </a:cubicBezTo>
                    <a:cubicBezTo>
                      <a:pt x="2509520" y="584392"/>
                      <a:pt x="2509520" y="584392"/>
                      <a:pt x="2510790" y="584392"/>
                    </a:cubicBezTo>
                    <a:cubicBezTo>
                      <a:pt x="2510790" y="583122"/>
                      <a:pt x="2557780" y="548832"/>
                      <a:pt x="2581910" y="532322"/>
                    </a:cubicBezTo>
                    <a:cubicBezTo>
                      <a:pt x="2604770" y="514542"/>
                      <a:pt x="2651760" y="480252"/>
                      <a:pt x="2653030" y="478982"/>
                    </a:cubicBezTo>
                    <a:cubicBezTo>
                      <a:pt x="2654300" y="478982"/>
                      <a:pt x="2707640" y="456122"/>
                      <a:pt x="2734310" y="444692"/>
                    </a:cubicBezTo>
                    <a:cubicBezTo>
                      <a:pt x="2762250" y="433262"/>
                      <a:pt x="2815590" y="411672"/>
                      <a:pt x="2816860" y="410402"/>
                    </a:cubicBezTo>
                    <a:cubicBezTo>
                      <a:pt x="2818130" y="410402"/>
                      <a:pt x="2875280" y="401512"/>
                      <a:pt x="2904490" y="397702"/>
                    </a:cubicBezTo>
                    <a:cubicBezTo>
                      <a:pt x="2933700" y="392622"/>
                      <a:pt x="2990850" y="383732"/>
                      <a:pt x="2992120" y="383732"/>
                    </a:cubicBezTo>
                    <a:cubicBezTo>
                      <a:pt x="2993390" y="383732"/>
                      <a:pt x="3050540" y="388812"/>
                      <a:pt x="3079750" y="391352"/>
                    </a:cubicBezTo>
                    <a:cubicBezTo>
                      <a:pt x="3110230" y="393892"/>
                      <a:pt x="3167380" y="398972"/>
                      <a:pt x="3168650" y="400242"/>
                    </a:cubicBezTo>
                    <a:cubicBezTo>
                      <a:pt x="3169920" y="400242"/>
                      <a:pt x="3224530" y="419292"/>
                      <a:pt x="3252470" y="428182"/>
                    </a:cubicBezTo>
                    <a:cubicBezTo>
                      <a:pt x="3279140" y="437072"/>
                      <a:pt x="3309620" y="461202"/>
                      <a:pt x="3331210" y="454852"/>
                    </a:cubicBezTo>
                    <a:cubicBezTo>
                      <a:pt x="3350260" y="449772"/>
                      <a:pt x="3370580" y="400242"/>
                      <a:pt x="3375660" y="401512"/>
                    </a:cubicBezTo>
                    <a:cubicBezTo>
                      <a:pt x="3379470" y="402782"/>
                      <a:pt x="3374390" y="424372"/>
                      <a:pt x="3376930" y="425642"/>
                    </a:cubicBezTo>
                    <a:cubicBezTo>
                      <a:pt x="3382010" y="426912"/>
                      <a:pt x="3395980" y="406592"/>
                      <a:pt x="3407410" y="393892"/>
                    </a:cubicBezTo>
                    <a:cubicBezTo>
                      <a:pt x="3423920" y="377382"/>
                      <a:pt x="3467100" y="332932"/>
                      <a:pt x="3468370" y="332932"/>
                    </a:cubicBezTo>
                    <a:cubicBezTo>
                      <a:pt x="3468370" y="332932"/>
                      <a:pt x="3468370" y="332932"/>
                      <a:pt x="3468370" y="331662"/>
                    </a:cubicBezTo>
                    <a:cubicBezTo>
                      <a:pt x="3469640" y="331662"/>
                      <a:pt x="3517900" y="301182"/>
                      <a:pt x="3542030" y="285942"/>
                    </a:cubicBezTo>
                    <a:cubicBezTo>
                      <a:pt x="3566160" y="270702"/>
                      <a:pt x="3614420" y="241492"/>
                      <a:pt x="3615690" y="240222"/>
                    </a:cubicBezTo>
                    <a:cubicBezTo>
                      <a:pt x="3616960" y="240222"/>
                      <a:pt x="3670300" y="222442"/>
                      <a:pt x="3698240" y="213552"/>
                    </a:cubicBezTo>
                    <a:cubicBezTo>
                      <a:pt x="3724910" y="204662"/>
                      <a:pt x="3779520" y="186882"/>
                      <a:pt x="3779520" y="186882"/>
                    </a:cubicBezTo>
                    <a:cubicBezTo>
                      <a:pt x="3780790" y="186882"/>
                      <a:pt x="3780790" y="186882"/>
                      <a:pt x="3780790" y="186882"/>
                    </a:cubicBezTo>
                    <a:cubicBezTo>
                      <a:pt x="3780790" y="186882"/>
                      <a:pt x="3829050" y="189422"/>
                      <a:pt x="3845560" y="181802"/>
                    </a:cubicBezTo>
                    <a:cubicBezTo>
                      <a:pt x="3859530" y="175452"/>
                      <a:pt x="3860800" y="162752"/>
                      <a:pt x="3874770" y="150052"/>
                    </a:cubicBezTo>
                    <a:cubicBezTo>
                      <a:pt x="3902710" y="127192"/>
                      <a:pt x="3959860" y="87822"/>
                      <a:pt x="4006850" y="64962"/>
                    </a:cubicBezTo>
                    <a:cubicBezTo>
                      <a:pt x="4052570" y="43372"/>
                      <a:pt x="4103370" y="25592"/>
                      <a:pt x="4154170" y="14162"/>
                    </a:cubicBezTo>
                    <a:cubicBezTo>
                      <a:pt x="4204970" y="4002"/>
                      <a:pt x="4258310" y="-1078"/>
                      <a:pt x="4310380" y="192"/>
                    </a:cubicBezTo>
                    <a:cubicBezTo>
                      <a:pt x="4361180" y="2732"/>
                      <a:pt x="4414520" y="10352"/>
                      <a:pt x="4464050" y="24322"/>
                    </a:cubicBezTo>
                    <a:cubicBezTo>
                      <a:pt x="4514850" y="38292"/>
                      <a:pt x="4563110" y="58612"/>
                      <a:pt x="4608830" y="84012"/>
                    </a:cubicBezTo>
                    <a:cubicBezTo>
                      <a:pt x="4653280" y="109412"/>
                      <a:pt x="4696460" y="141162"/>
                      <a:pt x="4734560" y="176722"/>
                    </a:cubicBezTo>
                    <a:cubicBezTo>
                      <a:pt x="4772660" y="212282"/>
                      <a:pt x="4806950" y="254192"/>
                      <a:pt x="4834890" y="297372"/>
                    </a:cubicBezTo>
                    <a:cubicBezTo>
                      <a:pt x="4862830" y="340552"/>
                      <a:pt x="4886960" y="391352"/>
                      <a:pt x="4902200" y="438342"/>
                    </a:cubicBezTo>
                    <a:cubicBezTo>
                      <a:pt x="4917440" y="478982"/>
                      <a:pt x="4923790" y="547562"/>
                      <a:pt x="4928870" y="558992"/>
                    </a:cubicBezTo>
                    <a:cubicBezTo>
                      <a:pt x="4928870" y="560262"/>
                      <a:pt x="4930140" y="561532"/>
                      <a:pt x="4931410" y="561532"/>
                    </a:cubicBezTo>
                    <a:cubicBezTo>
                      <a:pt x="4931410" y="562802"/>
                      <a:pt x="4931410" y="562802"/>
                      <a:pt x="4931410" y="562802"/>
                    </a:cubicBezTo>
                    <a:cubicBezTo>
                      <a:pt x="4931410" y="562802"/>
                      <a:pt x="4950460" y="613602"/>
                      <a:pt x="4959350" y="639002"/>
                    </a:cubicBezTo>
                    <a:cubicBezTo>
                      <a:pt x="4969510" y="664402"/>
                      <a:pt x="4988560" y="713932"/>
                      <a:pt x="4988560" y="715202"/>
                    </a:cubicBezTo>
                    <a:cubicBezTo>
                      <a:pt x="4989830" y="715202"/>
                      <a:pt x="4996180" y="768542"/>
                      <a:pt x="4998720" y="795212"/>
                    </a:cubicBezTo>
                    <a:cubicBezTo>
                      <a:pt x="5002530" y="823152"/>
                      <a:pt x="5008880" y="875222"/>
                      <a:pt x="5008880" y="876492"/>
                    </a:cubicBezTo>
                    <a:cubicBezTo>
                      <a:pt x="5008880" y="877762"/>
                      <a:pt x="5011420" y="905702"/>
                      <a:pt x="5019040" y="919672"/>
                    </a:cubicBezTo>
                    <a:cubicBezTo>
                      <a:pt x="5029200" y="937452"/>
                      <a:pt x="5054600" y="955232"/>
                      <a:pt x="5073650" y="973012"/>
                    </a:cubicBezTo>
                    <a:cubicBezTo>
                      <a:pt x="5092700" y="993332"/>
                      <a:pt x="5132070" y="1032702"/>
                      <a:pt x="5133340" y="1033972"/>
                    </a:cubicBezTo>
                    <a:cubicBezTo>
                      <a:pt x="5133340" y="1035242"/>
                      <a:pt x="5162550" y="1082232"/>
                      <a:pt x="5177790" y="1106362"/>
                    </a:cubicBezTo>
                    <a:cubicBezTo>
                      <a:pt x="5191760" y="1130492"/>
                      <a:pt x="5220970" y="1178752"/>
                      <a:pt x="5220970" y="1180022"/>
                    </a:cubicBezTo>
                    <a:cubicBezTo>
                      <a:pt x="5222240" y="1180022"/>
                      <a:pt x="5238750" y="1233362"/>
                      <a:pt x="5246370" y="1261302"/>
                    </a:cubicBezTo>
                    <a:cubicBezTo>
                      <a:pt x="5255260" y="1287972"/>
                      <a:pt x="5264150" y="1310832"/>
                      <a:pt x="5271770" y="1342582"/>
                    </a:cubicBezTo>
                    <a:cubicBezTo>
                      <a:pt x="5281930" y="1381952"/>
                      <a:pt x="5290820" y="1423862"/>
                      <a:pt x="5299710" y="1483552"/>
                    </a:cubicBezTo>
                    <a:cubicBezTo>
                      <a:pt x="5316220" y="1585152"/>
                      <a:pt x="5251450" y="1809942"/>
                      <a:pt x="5345430" y="1896302"/>
                    </a:cubicBezTo>
                    <a:cubicBezTo>
                      <a:pt x="5495290" y="2034732"/>
                      <a:pt x="6043930" y="1919162"/>
                      <a:pt x="6395720" y="1928052"/>
                    </a:cubicBezTo>
                    <a:cubicBezTo>
                      <a:pt x="6748780" y="1935672"/>
                      <a:pt x="7132320" y="1943292"/>
                      <a:pt x="7456170" y="1944562"/>
                    </a:cubicBezTo>
                    <a:cubicBezTo>
                      <a:pt x="7731760" y="1947102"/>
                      <a:pt x="7960360" y="1952182"/>
                      <a:pt x="8216900" y="1943292"/>
                    </a:cubicBezTo>
                    <a:cubicBezTo>
                      <a:pt x="8478520" y="1933132"/>
                      <a:pt x="8893810" y="1882332"/>
                      <a:pt x="9013190" y="1883602"/>
                    </a:cubicBezTo>
                    <a:cubicBezTo>
                      <a:pt x="9047480" y="1884872"/>
                      <a:pt x="9056370" y="1889952"/>
                      <a:pt x="9079230" y="1891222"/>
                    </a:cubicBezTo>
                    <a:cubicBezTo>
                      <a:pt x="9100820" y="1892492"/>
                      <a:pt x="9127490" y="1888682"/>
                      <a:pt x="9145270" y="1891222"/>
                    </a:cubicBezTo>
                    <a:cubicBezTo>
                      <a:pt x="9157970" y="1893762"/>
                      <a:pt x="9166860" y="1898842"/>
                      <a:pt x="9177020" y="1901382"/>
                    </a:cubicBezTo>
                    <a:cubicBezTo>
                      <a:pt x="9188450" y="1903922"/>
                      <a:pt x="9198610" y="1901382"/>
                      <a:pt x="9210040" y="1905192"/>
                    </a:cubicBezTo>
                    <a:cubicBezTo>
                      <a:pt x="9227820" y="1910272"/>
                      <a:pt x="9250680" y="1925512"/>
                      <a:pt x="9271000" y="1933132"/>
                    </a:cubicBezTo>
                    <a:cubicBezTo>
                      <a:pt x="9291320" y="1942022"/>
                      <a:pt x="9317990" y="1945832"/>
                      <a:pt x="9334500" y="1954722"/>
                    </a:cubicBezTo>
                    <a:cubicBezTo>
                      <a:pt x="9345930" y="1961072"/>
                      <a:pt x="9351010" y="1968692"/>
                      <a:pt x="9361170" y="1975042"/>
                    </a:cubicBezTo>
                    <a:cubicBezTo>
                      <a:pt x="9370060" y="1980122"/>
                      <a:pt x="9380220" y="1981392"/>
                      <a:pt x="9391650" y="1989012"/>
                    </a:cubicBezTo>
                    <a:cubicBezTo>
                      <a:pt x="9405620" y="1999172"/>
                      <a:pt x="9422130" y="2020762"/>
                      <a:pt x="9439910" y="2034732"/>
                    </a:cubicBezTo>
                    <a:cubicBezTo>
                      <a:pt x="9456420" y="2048702"/>
                      <a:pt x="9480550" y="2062672"/>
                      <a:pt x="9491980" y="2075372"/>
                    </a:cubicBezTo>
                    <a:cubicBezTo>
                      <a:pt x="9500870" y="2084262"/>
                      <a:pt x="9504680" y="2094422"/>
                      <a:pt x="9511030" y="2103312"/>
                    </a:cubicBezTo>
                    <a:cubicBezTo>
                      <a:pt x="9518650" y="2110932"/>
                      <a:pt x="9527540" y="2116012"/>
                      <a:pt x="9535160" y="2126172"/>
                    </a:cubicBezTo>
                    <a:cubicBezTo>
                      <a:pt x="9546590" y="2140142"/>
                      <a:pt x="9555480" y="2165542"/>
                      <a:pt x="9566910" y="2184592"/>
                    </a:cubicBezTo>
                    <a:cubicBezTo>
                      <a:pt x="9578340" y="2203642"/>
                      <a:pt x="9596120" y="2223962"/>
                      <a:pt x="9603740" y="2240472"/>
                    </a:cubicBezTo>
                    <a:cubicBezTo>
                      <a:pt x="9610090" y="2251902"/>
                      <a:pt x="9608820" y="2262062"/>
                      <a:pt x="9612630" y="2272222"/>
                    </a:cubicBezTo>
                    <a:cubicBezTo>
                      <a:pt x="9617710" y="2282382"/>
                      <a:pt x="9624060" y="2290002"/>
                      <a:pt x="9629140" y="2301432"/>
                    </a:cubicBezTo>
                    <a:cubicBezTo>
                      <a:pt x="9634220" y="2319212"/>
                      <a:pt x="9634220" y="2345882"/>
                      <a:pt x="9639300" y="2367472"/>
                    </a:cubicBezTo>
                    <a:cubicBezTo>
                      <a:pt x="9644380" y="2389062"/>
                      <a:pt x="9655810" y="2413192"/>
                      <a:pt x="9657080" y="2432242"/>
                    </a:cubicBezTo>
                    <a:cubicBezTo>
                      <a:pt x="9658350" y="2444942"/>
                      <a:pt x="9654540" y="2453832"/>
                      <a:pt x="9655810" y="2465262"/>
                    </a:cubicBezTo>
                    <a:cubicBezTo>
                      <a:pt x="9655810" y="2476692"/>
                      <a:pt x="9660890" y="2485582"/>
                      <a:pt x="9660890" y="2498282"/>
                    </a:cubicBezTo>
                    <a:cubicBezTo>
                      <a:pt x="9660890" y="2516062"/>
                      <a:pt x="9652000" y="2541462"/>
                      <a:pt x="9649460" y="2564322"/>
                    </a:cubicBezTo>
                    <a:cubicBezTo>
                      <a:pt x="9646920" y="2585912"/>
                      <a:pt x="9650730" y="2612582"/>
                      <a:pt x="9646920" y="2630362"/>
                    </a:cubicBezTo>
                    <a:cubicBezTo>
                      <a:pt x="9643110" y="2643062"/>
                      <a:pt x="9636760" y="2650682"/>
                      <a:pt x="9634220" y="2662112"/>
                    </a:cubicBezTo>
                    <a:cubicBezTo>
                      <a:pt x="9630410" y="2672272"/>
                      <a:pt x="9632950" y="2682432"/>
                      <a:pt x="9627870" y="2695132"/>
                    </a:cubicBezTo>
                    <a:cubicBezTo>
                      <a:pt x="9622790" y="2711642"/>
                      <a:pt x="9606280" y="2733232"/>
                      <a:pt x="9597390" y="2753552"/>
                    </a:cubicBezTo>
                    <a:cubicBezTo>
                      <a:pt x="9588500" y="2773872"/>
                      <a:pt x="9582150" y="2799272"/>
                      <a:pt x="9571990" y="2815782"/>
                    </a:cubicBezTo>
                    <a:cubicBezTo>
                      <a:pt x="9565640" y="2825942"/>
                      <a:pt x="9556750" y="2831022"/>
                      <a:pt x="9550400" y="2841182"/>
                    </a:cubicBezTo>
                    <a:cubicBezTo>
                      <a:pt x="9544050" y="2850072"/>
                      <a:pt x="9542780" y="2860232"/>
                      <a:pt x="9535160" y="2870392"/>
                    </a:cubicBezTo>
                    <a:cubicBezTo>
                      <a:pt x="9523730" y="2884362"/>
                      <a:pt x="9502140" y="2899602"/>
                      <a:pt x="9486900" y="2916112"/>
                    </a:cubicBezTo>
                    <a:cubicBezTo>
                      <a:pt x="9471660" y="2932622"/>
                      <a:pt x="9457690" y="2955482"/>
                      <a:pt x="9443720" y="2966912"/>
                    </a:cubicBezTo>
                    <a:cubicBezTo>
                      <a:pt x="9433560" y="2974532"/>
                      <a:pt x="9423400" y="2977072"/>
                      <a:pt x="9414510" y="2983422"/>
                    </a:cubicBezTo>
                    <a:cubicBezTo>
                      <a:pt x="9405620" y="2991042"/>
                      <a:pt x="9401810" y="2999932"/>
                      <a:pt x="9390380" y="3007552"/>
                    </a:cubicBezTo>
                    <a:cubicBezTo>
                      <a:pt x="9375140" y="3017712"/>
                      <a:pt x="9349740" y="3024062"/>
                      <a:pt x="9330690" y="3035492"/>
                    </a:cubicBezTo>
                    <a:cubicBezTo>
                      <a:pt x="9310370" y="3045652"/>
                      <a:pt x="9290050" y="3062162"/>
                      <a:pt x="9273540" y="3069782"/>
                    </a:cubicBezTo>
                    <a:cubicBezTo>
                      <a:pt x="9260840" y="3073592"/>
                      <a:pt x="9250680" y="3072322"/>
                      <a:pt x="9240520" y="3076132"/>
                    </a:cubicBezTo>
                    <a:cubicBezTo>
                      <a:pt x="9230360" y="3079942"/>
                      <a:pt x="9222740" y="3087562"/>
                      <a:pt x="9210040" y="3090102"/>
                    </a:cubicBezTo>
                    <a:cubicBezTo>
                      <a:pt x="9192260" y="3095182"/>
                      <a:pt x="9165590" y="3093912"/>
                      <a:pt x="9144000" y="3097722"/>
                    </a:cubicBezTo>
                    <a:cubicBezTo>
                      <a:pt x="9122410" y="3101532"/>
                      <a:pt x="9113520" y="3107882"/>
                      <a:pt x="9079230" y="3111692"/>
                    </a:cubicBezTo>
                    <a:cubicBezTo>
                      <a:pt x="8954770" y="3126932"/>
                      <a:pt x="8496300" y="3137092"/>
                      <a:pt x="8219440" y="3142172"/>
                    </a:cubicBezTo>
                    <a:cubicBezTo>
                      <a:pt x="7957820" y="3147252"/>
                      <a:pt x="7734300" y="3139632"/>
                      <a:pt x="7459980" y="3142172"/>
                    </a:cubicBezTo>
                    <a:cubicBezTo>
                      <a:pt x="7137400" y="3145982"/>
                      <a:pt x="6766560" y="3154872"/>
                      <a:pt x="6403340" y="3166302"/>
                    </a:cubicBezTo>
                    <a:cubicBezTo>
                      <a:pt x="6019800" y="3179002"/>
                      <a:pt x="5417820" y="3208212"/>
                      <a:pt x="5217160" y="3218372"/>
                    </a:cubicBezTo>
                    <a:cubicBezTo>
                      <a:pt x="5148580" y="3220912"/>
                      <a:pt x="5086350" y="3220912"/>
                      <a:pt x="5078730" y="3224722"/>
                    </a:cubicBezTo>
                    <a:cubicBezTo>
                      <a:pt x="5078730" y="3224722"/>
                      <a:pt x="5078730" y="3225992"/>
                      <a:pt x="5078730" y="3225992"/>
                    </a:cubicBezTo>
                    <a:cubicBezTo>
                      <a:pt x="5077460" y="3227262"/>
                      <a:pt x="5038090" y="3266632"/>
                      <a:pt x="5017770" y="3286952"/>
                    </a:cubicBezTo>
                    <a:cubicBezTo>
                      <a:pt x="4997450" y="3307272"/>
                      <a:pt x="4956810" y="3346642"/>
                      <a:pt x="4955540" y="3347912"/>
                    </a:cubicBezTo>
                    <a:cubicBezTo>
                      <a:pt x="4955540" y="3347912"/>
                      <a:pt x="4907280" y="3377122"/>
                      <a:pt x="4881880" y="3392362"/>
                    </a:cubicBezTo>
                    <a:cubicBezTo>
                      <a:pt x="4857750" y="3406332"/>
                      <a:pt x="4809490" y="3435542"/>
                      <a:pt x="4808220" y="3435542"/>
                    </a:cubicBezTo>
                    <a:cubicBezTo>
                      <a:pt x="4806950" y="3436812"/>
                      <a:pt x="4753610" y="3453322"/>
                      <a:pt x="4725670" y="3460942"/>
                    </a:cubicBezTo>
                    <a:cubicBezTo>
                      <a:pt x="4699000" y="3469832"/>
                      <a:pt x="4644390" y="3486342"/>
                      <a:pt x="4643120" y="3486342"/>
                    </a:cubicBezTo>
                    <a:cubicBezTo>
                      <a:pt x="4643120" y="3486342"/>
                      <a:pt x="4585970" y="3490152"/>
                      <a:pt x="4558030" y="3491422"/>
                    </a:cubicBezTo>
                    <a:cubicBezTo>
                      <a:pt x="4528820" y="3492692"/>
                      <a:pt x="4472940" y="3496502"/>
                      <a:pt x="4471670" y="3496502"/>
                    </a:cubicBezTo>
                    <a:cubicBezTo>
                      <a:pt x="4470400" y="3496502"/>
                      <a:pt x="4415790" y="3486342"/>
                      <a:pt x="4386580" y="3479992"/>
                    </a:cubicBezTo>
                    <a:cubicBezTo>
                      <a:pt x="4358640" y="3474912"/>
                      <a:pt x="4304030" y="3464752"/>
                      <a:pt x="4302760" y="3464752"/>
                    </a:cubicBezTo>
                    <a:cubicBezTo>
                      <a:pt x="4301490" y="3464752"/>
                      <a:pt x="4250690" y="3440622"/>
                      <a:pt x="4224020" y="3429192"/>
                    </a:cubicBezTo>
                    <a:cubicBezTo>
                      <a:pt x="4197350" y="3417762"/>
                      <a:pt x="4146550" y="3393632"/>
                      <a:pt x="4145280" y="3393632"/>
                    </a:cubicBezTo>
                    <a:cubicBezTo>
                      <a:pt x="4144010" y="3392362"/>
                      <a:pt x="4100830" y="3358072"/>
                      <a:pt x="4077970" y="3340292"/>
                    </a:cubicBezTo>
                    <a:cubicBezTo>
                      <a:pt x="4055110" y="3322512"/>
                      <a:pt x="4010660" y="3286952"/>
                      <a:pt x="4010660" y="3286952"/>
                    </a:cubicBezTo>
                    <a:cubicBezTo>
                      <a:pt x="4010660" y="3286952"/>
                      <a:pt x="4008120" y="3279332"/>
                      <a:pt x="4003040" y="3276792"/>
                    </a:cubicBezTo>
                    <a:cubicBezTo>
                      <a:pt x="3981450" y="3266632"/>
                      <a:pt x="3902710" y="3285682"/>
                      <a:pt x="3821430" y="3285682"/>
                    </a:cubicBezTo>
                    <a:cubicBezTo>
                      <a:pt x="3647440" y="3285682"/>
                      <a:pt x="3298190" y="3270442"/>
                      <a:pt x="3009900" y="3246312"/>
                    </a:cubicBezTo>
                    <a:cubicBezTo>
                      <a:pt x="2677160" y="3219642"/>
                      <a:pt x="2308860" y="3143442"/>
                      <a:pt x="1941830" y="3119312"/>
                    </a:cubicBezTo>
                    <a:cubicBezTo>
                      <a:pt x="1553210" y="3095182"/>
                      <a:pt x="741680" y="3107882"/>
                      <a:pt x="740410" y="3107882"/>
                    </a:cubicBezTo>
                    <a:cubicBezTo>
                      <a:pt x="739140" y="3107882"/>
                      <a:pt x="681990" y="3101532"/>
                      <a:pt x="652780" y="3097722"/>
                    </a:cubicBezTo>
                    <a:cubicBezTo>
                      <a:pt x="622300" y="3095182"/>
                      <a:pt x="565150" y="3088832"/>
                      <a:pt x="563880" y="3087562"/>
                    </a:cubicBezTo>
                    <a:cubicBezTo>
                      <a:pt x="562610" y="3087562"/>
                      <a:pt x="508000" y="3067242"/>
                      <a:pt x="480060" y="3057082"/>
                    </a:cubicBezTo>
                    <a:cubicBezTo>
                      <a:pt x="453390" y="3046922"/>
                      <a:pt x="398780" y="3027872"/>
                      <a:pt x="397510" y="3026602"/>
                    </a:cubicBezTo>
                    <a:cubicBezTo>
                      <a:pt x="396240" y="3026602"/>
                      <a:pt x="347980" y="2993582"/>
                      <a:pt x="323850" y="2977072"/>
                    </a:cubicBezTo>
                    <a:cubicBezTo>
                      <a:pt x="299720" y="2960562"/>
                      <a:pt x="251460" y="2928812"/>
                      <a:pt x="250190" y="2927542"/>
                    </a:cubicBezTo>
                    <a:cubicBezTo>
                      <a:pt x="248920" y="2927542"/>
                      <a:pt x="210820" y="2884362"/>
                      <a:pt x="190500" y="2861502"/>
                    </a:cubicBezTo>
                    <a:cubicBezTo>
                      <a:pt x="170180" y="2839912"/>
                      <a:pt x="132080" y="2796732"/>
                      <a:pt x="130810" y="2796732"/>
                    </a:cubicBezTo>
                    <a:cubicBezTo>
                      <a:pt x="130810" y="2795462"/>
                      <a:pt x="130810" y="2795462"/>
                      <a:pt x="130810" y="2795462"/>
                    </a:cubicBezTo>
                    <a:cubicBezTo>
                      <a:pt x="130810" y="2795462"/>
                      <a:pt x="102870" y="2743392"/>
                      <a:pt x="88900" y="2717992"/>
                    </a:cubicBezTo>
                    <a:cubicBezTo>
                      <a:pt x="74930" y="2691322"/>
                      <a:pt x="46990" y="2640522"/>
                      <a:pt x="46990" y="2639252"/>
                    </a:cubicBezTo>
                    <a:cubicBezTo>
                      <a:pt x="46990" y="2639252"/>
                      <a:pt x="31750" y="2582102"/>
                      <a:pt x="24130" y="2554162"/>
                    </a:cubicBezTo>
                    <a:cubicBezTo>
                      <a:pt x="17780" y="2524952"/>
                      <a:pt x="2540" y="2469072"/>
                      <a:pt x="2540" y="2467802"/>
                    </a:cubicBezTo>
                    <a:cubicBezTo>
                      <a:pt x="2540" y="2466532"/>
                      <a:pt x="1270" y="2408112"/>
                      <a:pt x="1270" y="2378902"/>
                    </a:cubicBezTo>
                    <a:cubicBezTo>
                      <a:pt x="1270" y="2349692"/>
                      <a:pt x="0" y="2290002"/>
                      <a:pt x="0" y="229000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6" name="Group 26"/>
            <p:cNvGrpSpPr/>
            <p:nvPr/>
          </p:nvGrpSpPr>
          <p:grpSpPr>
            <a:xfrm rot="0">
              <a:off x="7344410" y="1588770"/>
              <a:ext cx="3835400" cy="2023110"/>
              <a:chOff x="0" y="0"/>
              <a:chExt cx="3835400" cy="2023110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50800" y="50185"/>
                <a:ext cx="3733800" cy="1922125"/>
              </a:xfrm>
              <a:custGeom>
                <a:avLst/>
                <a:gdLst/>
                <a:ahLst/>
                <a:cxnLst/>
                <a:rect l="l" t="t" r="r" b="b"/>
                <a:pathLst>
                  <a:path w="3733800" h="1922125">
                    <a:moveTo>
                      <a:pt x="0" y="955655"/>
                    </a:moveTo>
                    <a:cubicBezTo>
                      <a:pt x="0" y="954385"/>
                      <a:pt x="12700" y="901045"/>
                      <a:pt x="19050" y="873105"/>
                    </a:cubicBezTo>
                    <a:cubicBezTo>
                      <a:pt x="25400" y="845165"/>
                      <a:pt x="38100" y="791825"/>
                      <a:pt x="38100" y="790555"/>
                    </a:cubicBezTo>
                    <a:cubicBezTo>
                      <a:pt x="39370" y="789285"/>
                      <a:pt x="63500" y="741025"/>
                      <a:pt x="76200" y="715625"/>
                    </a:cubicBezTo>
                    <a:cubicBezTo>
                      <a:pt x="88900" y="690225"/>
                      <a:pt x="114300" y="640695"/>
                      <a:pt x="114300" y="639425"/>
                    </a:cubicBezTo>
                    <a:cubicBezTo>
                      <a:pt x="115570" y="639425"/>
                      <a:pt x="151130" y="597515"/>
                      <a:pt x="170180" y="575925"/>
                    </a:cubicBezTo>
                    <a:cubicBezTo>
                      <a:pt x="187960" y="554335"/>
                      <a:pt x="224790" y="512425"/>
                      <a:pt x="224790" y="511155"/>
                    </a:cubicBezTo>
                    <a:cubicBezTo>
                      <a:pt x="226060" y="511155"/>
                      <a:pt x="270510" y="479405"/>
                      <a:pt x="294640" y="462895"/>
                    </a:cubicBezTo>
                    <a:cubicBezTo>
                      <a:pt x="317500" y="446385"/>
                      <a:pt x="361950" y="413365"/>
                      <a:pt x="363220" y="413365"/>
                    </a:cubicBezTo>
                    <a:cubicBezTo>
                      <a:pt x="364490" y="413365"/>
                      <a:pt x="415290" y="393045"/>
                      <a:pt x="441960" y="381615"/>
                    </a:cubicBezTo>
                    <a:cubicBezTo>
                      <a:pt x="467360" y="371455"/>
                      <a:pt x="519430" y="351135"/>
                      <a:pt x="520700" y="351135"/>
                    </a:cubicBezTo>
                    <a:cubicBezTo>
                      <a:pt x="521970" y="351135"/>
                      <a:pt x="580390" y="342245"/>
                      <a:pt x="604520" y="339705"/>
                    </a:cubicBezTo>
                    <a:cubicBezTo>
                      <a:pt x="621030" y="337165"/>
                      <a:pt x="632460" y="338435"/>
                      <a:pt x="646430" y="333355"/>
                    </a:cubicBezTo>
                    <a:cubicBezTo>
                      <a:pt x="657860" y="330815"/>
                      <a:pt x="665480" y="324465"/>
                      <a:pt x="679450" y="318115"/>
                    </a:cubicBezTo>
                    <a:cubicBezTo>
                      <a:pt x="698500" y="307955"/>
                      <a:pt x="751840" y="282555"/>
                      <a:pt x="753110" y="281285"/>
                    </a:cubicBezTo>
                    <a:cubicBezTo>
                      <a:pt x="754380" y="281285"/>
                      <a:pt x="806450" y="269855"/>
                      <a:pt x="833120" y="264775"/>
                    </a:cubicBezTo>
                    <a:cubicBezTo>
                      <a:pt x="859790" y="258425"/>
                      <a:pt x="911860" y="246995"/>
                      <a:pt x="913130" y="246995"/>
                    </a:cubicBezTo>
                    <a:cubicBezTo>
                      <a:pt x="913130" y="246995"/>
                      <a:pt x="966470" y="248265"/>
                      <a:pt x="994410" y="249535"/>
                    </a:cubicBezTo>
                    <a:cubicBezTo>
                      <a:pt x="1021080" y="249535"/>
                      <a:pt x="1074420" y="250805"/>
                      <a:pt x="1075690" y="252075"/>
                    </a:cubicBezTo>
                    <a:cubicBezTo>
                      <a:pt x="1079500" y="250805"/>
                      <a:pt x="1649730" y="48875"/>
                      <a:pt x="1840230" y="14585"/>
                    </a:cubicBezTo>
                    <a:cubicBezTo>
                      <a:pt x="1950720" y="-4465"/>
                      <a:pt x="2042160" y="615"/>
                      <a:pt x="2105660" y="615"/>
                    </a:cubicBezTo>
                    <a:cubicBezTo>
                      <a:pt x="2141220" y="1885"/>
                      <a:pt x="2161540" y="4425"/>
                      <a:pt x="2189480" y="5695"/>
                    </a:cubicBezTo>
                    <a:cubicBezTo>
                      <a:pt x="2216150" y="8235"/>
                      <a:pt x="2270760" y="10775"/>
                      <a:pt x="2272030" y="10775"/>
                    </a:cubicBezTo>
                    <a:cubicBezTo>
                      <a:pt x="2273300" y="10775"/>
                      <a:pt x="2325370" y="27285"/>
                      <a:pt x="2350770" y="36175"/>
                    </a:cubicBezTo>
                    <a:cubicBezTo>
                      <a:pt x="2377440" y="43795"/>
                      <a:pt x="2429510" y="60305"/>
                      <a:pt x="2430780" y="60305"/>
                    </a:cubicBezTo>
                    <a:cubicBezTo>
                      <a:pt x="2432050" y="60305"/>
                      <a:pt x="2477770" y="88245"/>
                      <a:pt x="2501900" y="103485"/>
                    </a:cubicBezTo>
                    <a:cubicBezTo>
                      <a:pt x="2524760" y="117455"/>
                      <a:pt x="2571750" y="145395"/>
                      <a:pt x="2573020" y="145395"/>
                    </a:cubicBezTo>
                    <a:cubicBezTo>
                      <a:pt x="2573020" y="146665"/>
                      <a:pt x="2604770" y="182225"/>
                      <a:pt x="2618740" y="191115"/>
                    </a:cubicBezTo>
                    <a:cubicBezTo>
                      <a:pt x="2627630" y="197465"/>
                      <a:pt x="2630170" y="198735"/>
                      <a:pt x="2645410" y="201275"/>
                    </a:cubicBezTo>
                    <a:cubicBezTo>
                      <a:pt x="2701290" y="212705"/>
                      <a:pt x="3022600" y="192385"/>
                      <a:pt x="3072130" y="208895"/>
                    </a:cubicBezTo>
                    <a:cubicBezTo>
                      <a:pt x="3083560" y="212705"/>
                      <a:pt x="3082290" y="219055"/>
                      <a:pt x="3091180" y="222865"/>
                    </a:cubicBezTo>
                    <a:cubicBezTo>
                      <a:pt x="3108960" y="230485"/>
                      <a:pt x="3145790" y="234295"/>
                      <a:pt x="3173730" y="239375"/>
                    </a:cubicBezTo>
                    <a:cubicBezTo>
                      <a:pt x="3200400" y="244455"/>
                      <a:pt x="3255010" y="254615"/>
                      <a:pt x="3255010" y="255885"/>
                    </a:cubicBezTo>
                    <a:cubicBezTo>
                      <a:pt x="3256280" y="255885"/>
                      <a:pt x="3305810" y="278745"/>
                      <a:pt x="3331210" y="290175"/>
                    </a:cubicBezTo>
                    <a:cubicBezTo>
                      <a:pt x="3356610" y="302875"/>
                      <a:pt x="3406140" y="325735"/>
                      <a:pt x="3407410" y="325735"/>
                    </a:cubicBezTo>
                    <a:cubicBezTo>
                      <a:pt x="3408680" y="327005"/>
                      <a:pt x="3450590" y="361295"/>
                      <a:pt x="3472180" y="379075"/>
                    </a:cubicBezTo>
                    <a:cubicBezTo>
                      <a:pt x="3493770" y="395585"/>
                      <a:pt x="3536950" y="429875"/>
                      <a:pt x="3538220" y="431145"/>
                    </a:cubicBezTo>
                    <a:cubicBezTo>
                      <a:pt x="3538220" y="432415"/>
                      <a:pt x="3571240" y="475595"/>
                      <a:pt x="3589020" y="497185"/>
                    </a:cubicBezTo>
                    <a:cubicBezTo>
                      <a:pt x="3605530" y="520045"/>
                      <a:pt x="3638550" y="563225"/>
                      <a:pt x="3639820" y="564495"/>
                    </a:cubicBezTo>
                    <a:cubicBezTo>
                      <a:pt x="3639820" y="564495"/>
                      <a:pt x="3661410" y="615295"/>
                      <a:pt x="3672840" y="640695"/>
                    </a:cubicBezTo>
                    <a:cubicBezTo>
                      <a:pt x="3684270" y="666095"/>
                      <a:pt x="3705860" y="716895"/>
                      <a:pt x="3705860" y="718165"/>
                    </a:cubicBezTo>
                    <a:cubicBezTo>
                      <a:pt x="3705860" y="718165"/>
                      <a:pt x="3716020" y="772775"/>
                      <a:pt x="3719830" y="800715"/>
                    </a:cubicBezTo>
                    <a:cubicBezTo>
                      <a:pt x="3724910" y="827385"/>
                      <a:pt x="3733800" y="881995"/>
                      <a:pt x="3733800" y="883265"/>
                    </a:cubicBezTo>
                    <a:cubicBezTo>
                      <a:pt x="3733800" y="883265"/>
                      <a:pt x="3729990" y="937875"/>
                      <a:pt x="3727450" y="965815"/>
                    </a:cubicBezTo>
                    <a:cubicBezTo>
                      <a:pt x="3726180" y="993755"/>
                      <a:pt x="3722370" y="1048365"/>
                      <a:pt x="3722370" y="1049635"/>
                    </a:cubicBezTo>
                    <a:cubicBezTo>
                      <a:pt x="3722370" y="1050905"/>
                      <a:pt x="3704590" y="1102975"/>
                      <a:pt x="3695700" y="1129645"/>
                    </a:cubicBezTo>
                    <a:cubicBezTo>
                      <a:pt x="3686810" y="1156315"/>
                      <a:pt x="3670300" y="1208385"/>
                      <a:pt x="3670300" y="1208385"/>
                    </a:cubicBezTo>
                    <a:cubicBezTo>
                      <a:pt x="3669030" y="1209655"/>
                      <a:pt x="3641090" y="1256645"/>
                      <a:pt x="3625850" y="1279505"/>
                    </a:cubicBezTo>
                    <a:cubicBezTo>
                      <a:pt x="3610610" y="1303635"/>
                      <a:pt x="3582670" y="1350625"/>
                      <a:pt x="3581400" y="1350625"/>
                    </a:cubicBezTo>
                    <a:cubicBezTo>
                      <a:pt x="3581400" y="1351895"/>
                      <a:pt x="3538220" y="1393805"/>
                      <a:pt x="3521710" y="1409045"/>
                    </a:cubicBezTo>
                    <a:cubicBezTo>
                      <a:pt x="3510280" y="1420475"/>
                      <a:pt x="3500120" y="1426825"/>
                      <a:pt x="3493770" y="1435715"/>
                    </a:cubicBezTo>
                    <a:cubicBezTo>
                      <a:pt x="3489960" y="1443335"/>
                      <a:pt x="3487420" y="1456035"/>
                      <a:pt x="3487420" y="1456035"/>
                    </a:cubicBezTo>
                    <a:cubicBezTo>
                      <a:pt x="3487420" y="1457305"/>
                      <a:pt x="3458210" y="1501755"/>
                      <a:pt x="3444240" y="1524615"/>
                    </a:cubicBezTo>
                    <a:cubicBezTo>
                      <a:pt x="3429000" y="1547475"/>
                      <a:pt x="3401060" y="1591925"/>
                      <a:pt x="3401060" y="1591925"/>
                    </a:cubicBezTo>
                    <a:cubicBezTo>
                      <a:pt x="3399790" y="1593195"/>
                      <a:pt x="3361690" y="1630025"/>
                      <a:pt x="3342640" y="1647805"/>
                    </a:cubicBezTo>
                    <a:cubicBezTo>
                      <a:pt x="3322320" y="1666855"/>
                      <a:pt x="3284220" y="1703685"/>
                      <a:pt x="3282950" y="1703685"/>
                    </a:cubicBezTo>
                    <a:cubicBezTo>
                      <a:pt x="3282950" y="1704955"/>
                      <a:pt x="3237230" y="1730355"/>
                      <a:pt x="3213100" y="1744325"/>
                    </a:cubicBezTo>
                    <a:cubicBezTo>
                      <a:pt x="3190240" y="1757025"/>
                      <a:pt x="3144520" y="1783695"/>
                      <a:pt x="3143250" y="1783695"/>
                    </a:cubicBezTo>
                    <a:cubicBezTo>
                      <a:pt x="3141980" y="1783695"/>
                      <a:pt x="3091180" y="1798935"/>
                      <a:pt x="3065780" y="1805285"/>
                    </a:cubicBezTo>
                    <a:cubicBezTo>
                      <a:pt x="3040380" y="1812905"/>
                      <a:pt x="2989580" y="1828145"/>
                      <a:pt x="2988310" y="1828145"/>
                    </a:cubicBezTo>
                    <a:cubicBezTo>
                      <a:pt x="2987040" y="1828145"/>
                      <a:pt x="2933700" y="1829415"/>
                      <a:pt x="2907030" y="1830685"/>
                    </a:cubicBezTo>
                    <a:cubicBezTo>
                      <a:pt x="2880360" y="1831955"/>
                      <a:pt x="2828290" y="1833225"/>
                      <a:pt x="2827020" y="1833225"/>
                    </a:cubicBezTo>
                    <a:cubicBezTo>
                      <a:pt x="2823210" y="1833225"/>
                      <a:pt x="2324100" y="1748135"/>
                      <a:pt x="2189480" y="1774805"/>
                    </a:cubicBezTo>
                    <a:cubicBezTo>
                      <a:pt x="2120900" y="1787505"/>
                      <a:pt x="2092960" y="1826875"/>
                      <a:pt x="2043430" y="1849735"/>
                    </a:cubicBezTo>
                    <a:cubicBezTo>
                      <a:pt x="1995170" y="1870055"/>
                      <a:pt x="1946910" y="1891645"/>
                      <a:pt x="1896110" y="1904345"/>
                    </a:cubicBezTo>
                    <a:cubicBezTo>
                      <a:pt x="1845310" y="1915775"/>
                      <a:pt x="1791970" y="1922125"/>
                      <a:pt x="1739900" y="1922125"/>
                    </a:cubicBezTo>
                    <a:cubicBezTo>
                      <a:pt x="1687830" y="1920855"/>
                      <a:pt x="1634490" y="1914505"/>
                      <a:pt x="1584960" y="1901805"/>
                    </a:cubicBezTo>
                    <a:cubicBezTo>
                      <a:pt x="1534160" y="1889105"/>
                      <a:pt x="1484630" y="1868785"/>
                      <a:pt x="1437640" y="1844655"/>
                    </a:cubicBezTo>
                    <a:cubicBezTo>
                      <a:pt x="1391920" y="1820525"/>
                      <a:pt x="1333500" y="1776075"/>
                      <a:pt x="1309370" y="1754485"/>
                    </a:cubicBezTo>
                    <a:cubicBezTo>
                      <a:pt x="1297940" y="1744325"/>
                      <a:pt x="1301750" y="1735435"/>
                      <a:pt x="1287780" y="1730355"/>
                    </a:cubicBezTo>
                    <a:cubicBezTo>
                      <a:pt x="1239520" y="1708765"/>
                      <a:pt x="904240" y="1746865"/>
                      <a:pt x="902970" y="1746865"/>
                    </a:cubicBezTo>
                    <a:cubicBezTo>
                      <a:pt x="900430" y="1746865"/>
                      <a:pt x="845820" y="1741785"/>
                      <a:pt x="817880" y="1739245"/>
                    </a:cubicBezTo>
                    <a:cubicBezTo>
                      <a:pt x="789940" y="1736705"/>
                      <a:pt x="734060" y="1731625"/>
                      <a:pt x="732790" y="1731625"/>
                    </a:cubicBezTo>
                    <a:cubicBezTo>
                      <a:pt x="732790" y="1731625"/>
                      <a:pt x="731520" y="1731625"/>
                      <a:pt x="730250" y="1731625"/>
                    </a:cubicBezTo>
                    <a:cubicBezTo>
                      <a:pt x="726440" y="1730355"/>
                      <a:pt x="708660" y="1731625"/>
                      <a:pt x="708660" y="1731625"/>
                    </a:cubicBezTo>
                    <a:cubicBezTo>
                      <a:pt x="707390" y="1731625"/>
                      <a:pt x="652780" y="1725275"/>
                      <a:pt x="624840" y="1722735"/>
                    </a:cubicBezTo>
                    <a:cubicBezTo>
                      <a:pt x="596900" y="1720195"/>
                      <a:pt x="541020" y="1713845"/>
                      <a:pt x="541020" y="1713845"/>
                    </a:cubicBezTo>
                    <a:cubicBezTo>
                      <a:pt x="539750" y="1713845"/>
                      <a:pt x="487680" y="1694795"/>
                      <a:pt x="461010" y="1684635"/>
                    </a:cubicBezTo>
                    <a:cubicBezTo>
                      <a:pt x="434340" y="1675745"/>
                      <a:pt x="382270" y="1656695"/>
                      <a:pt x="381000" y="1655425"/>
                    </a:cubicBezTo>
                    <a:cubicBezTo>
                      <a:pt x="381000" y="1655425"/>
                      <a:pt x="334010" y="1624945"/>
                      <a:pt x="311150" y="1608435"/>
                    </a:cubicBezTo>
                    <a:cubicBezTo>
                      <a:pt x="288290" y="1593195"/>
                      <a:pt x="241300" y="1562715"/>
                      <a:pt x="241300" y="1561445"/>
                    </a:cubicBezTo>
                    <a:cubicBezTo>
                      <a:pt x="240030" y="1561445"/>
                      <a:pt x="203200" y="1520805"/>
                      <a:pt x="184150" y="1499215"/>
                    </a:cubicBezTo>
                    <a:cubicBezTo>
                      <a:pt x="165100" y="1478895"/>
                      <a:pt x="127000" y="1438255"/>
                      <a:pt x="127000" y="1436985"/>
                    </a:cubicBezTo>
                    <a:cubicBezTo>
                      <a:pt x="125730" y="1435715"/>
                      <a:pt x="100330" y="1387455"/>
                      <a:pt x="86360" y="1363325"/>
                    </a:cubicBezTo>
                    <a:cubicBezTo>
                      <a:pt x="72390" y="1337925"/>
                      <a:pt x="45720" y="1289665"/>
                      <a:pt x="45720" y="1288395"/>
                    </a:cubicBezTo>
                    <a:cubicBezTo>
                      <a:pt x="45720" y="1287125"/>
                      <a:pt x="31750" y="1233785"/>
                      <a:pt x="24130" y="1207115"/>
                    </a:cubicBezTo>
                    <a:cubicBezTo>
                      <a:pt x="17780" y="1179175"/>
                      <a:pt x="2540" y="1125835"/>
                      <a:pt x="2540" y="1124565"/>
                    </a:cubicBezTo>
                    <a:cubicBezTo>
                      <a:pt x="2540" y="1123295"/>
                      <a:pt x="2540" y="1068685"/>
                      <a:pt x="1270" y="1040745"/>
                    </a:cubicBezTo>
                    <a:cubicBezTo>
                      <a:pt x="1270" y="1011535"/>
                      <a:pt x="0" y="955655"/>
                      <a:pt x="0" y="955655"/>
                    </a:cubicBezTo>
                    <a:moveTo>
                      <a:pt x="1731010" y="1745595"/>
                    </a:moveTo>
                    <a:cubicBezTo>
                      <a:pt x="1732280" y="1745595"/>
                      <a:pt x="1732280" y="1745595"/>
                      <a:pt x="1732280" y="1745595"/>
                    </a:cubicBezTo>
                    <a:cubicBezTo>
                      <a:pt x="1732280" y="1745595"/>
                      <a:pt x="1731010" y="1745595"/>
                      <a:pt x="1731010" y="174559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28" name="Group 2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0" name="Group 3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4" name="Group 3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6" name="Group 36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38" name="Group 38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2" name="Group 42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4" name="Group 44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20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6" name="Group 46"/>
            <p:cNvGrpSpPr/>
            <p:nvPr/>
          </p:nvGrpSpPr>
          <p:grpSpPr>
            <a:xfrm rot="0">
              <a:off x="8940800" y="1917700"/>
              <a:ext cx="1360170" cy="1360170"/>
              <a:chOff x="0" y="0"/>
              <a:chExt cx="1360170" cy="1360170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48" name="Group 48"/>
            <p:cNvGrpSpPr/>
            <p:nvPr/>
          </p:nvGrpSpPr>
          <p:grpSpPr>
            <a:xfrm rot="0">
              <a:off x="9071610" y="1971040"/>
              <a:ext cx="1377950" cy="1375410"/>
              <a:chOff x="0" y="0"/>
              <a:chExt cx="1377950" cy="137541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48720" y="50153"/>
                <a:ext cx="1280316" cy="1275610"/>
              </a:xfrm>
              <a:custGeom>
                <a:avLst/>
                <a:gdLst/>
                <a:ahLst/>
                <a:cxnLst/>
                <a:rect l="l" t="t" r="r" b="b"/>
                <a:pathLst>
                  <a:path w="1280316" h="1275610">
                    <a:moveTo>
                      <a:pt x="929180" y="71767"/>
                    </a:moveTo>
                    <a:cubicBezTo>
                      <a:pt x="1142540" y="240677"/>
                      <a:pt x="1184450" y="299097"/>
                      <a:pt x="1214930" y="360057"/>
                    </a:cubicBezTo>
                    <a:cubicBezTo>
                      <a:pt x="1244140" y="419747"/>
                      <a:pt x="1265730" y="489597"/>
                      <a:pt x="1274620" y="556907"/>
                    </a:cubicBezTo>
                    <a:cubicBezTo>
                      <a:pt x="1283510" y="622947"/>
                      <a:pt x="1280970" y="695337"/>
                      <a:pt x="1268270" y="761377"/>
                    </a:cubicBezTo>
                    <a:cubicBezTo>
                      <a:pt x="1255570" y="828687"/>
                      <a:pt x="1230170" y="895997"/>
                      <a:pt x="1197150" y="954417"/>
                    </a:cubicBezTo>
                    <a:cubicBezTo>
                      <a:pt x="1162860" y="1014107"/>
                      <a:pt x="1118410" y="1069987"/>
                      <a:pt x="1067610" y="1114437"/>
                    </a:cubicBezTo>
                    <a:cubicBezTo>
                      <a:pt x="1016810" y="1160157"/>
                      <a:pt x="955850" y="1198257"/>
                      <a:pt x="893620" y="1224927"/>
                    </a:cubicBezTo>
                    <a:cubicBezTo>
                      <a:pt x="831390" y="1251597"/>
                      <a:pt x="761540" y="1268107"/>
                      <a:pt x="694230" y="1273187"/>
                    </a:cubicBezTo>
                    <a:cubicBezTo>
                      <a:pt x="626920" y="1279537"/>
                      <a:pt x="554530" y="1273187"/>
                      <a:pt x="489760" y="1256677"/>
                    </a:cubicBezTo>
                    <a:cubicBezTo>
                      <a:pt x="423720" y="1240167"/>
                      <a:pt x="357680" y="1210957"/>
                      <a:pt x="300530" y="1174127"/>
                    </a:cubicBezTo>
                    <a:cubicBezTo>
                      <a:pt x="243380" y="1137297"/>
                      <a:pt x="190040" y="1089037"/>
                      <a:pt x="148130" y="1036967"/>
                    </a:cubicBezTo>
                    <a:cubicBezTo>
                      <a:pt x="106220" y="983627"/>
                      <a:pt x="70660" y="921397"/>
                      <a:pt x="47800" y="857897"/>
                    </a:cubicBezTo>
                    <a:cubicBezTo>
                      <a:pt x="23670" y="793127"/>
                      <a:pt x="10970" y="723277"/>
                      <a:pt x="9700" y="654697"/>
                    </a:cubicBezTo>
                    <a:cubicBezTo>
                      <a:pt x="7160" y="587387"/>
                      <a:pt x="17320" y="516267"/>
                      <a:pt x="37640" y="451497"/>
                    </a:cubicBezTo>
                    <a:cubicBezTo>
                      <a:pt x="57960" y="386727"/>
                      <a:pt x="89710" y="321957"/>
                      <a:pt x="129080" y="267347"/>
                    </a:cubicBezTo>
                    <a:cubicBezTo>
                      <a:pt x="169720" y="212737"/>
                      <a:pt x="220520" y="161937"/>
                      <a:pt x="275130" y="122567"/>
                    </a:cubicBezTo>
                    <a:cubicBezTo>
                      <a:pt x="331010" y="83197"/>
                      <a:pt x="395780" y="51447"/>
                      <a:pt x="460550" y="32397"/>
                    </a:cubicBezTo>
                    <a:cubicBezTo>
                      <a:pt x="525320" y="12077"/>
                      <a:pt x="596440" y="3187"/>
                      <a:pt x="663750" y="4457"/>
                    </a:cubicBezTo>
                    <a:cubicBezTo>
                      <a:pt x="731060" y="6997"/>
                      <a:pt x="802180" y="20967"/>
                      <a:pt x="865680" y="43827"/>
                    </a:cubicBezTo>
                    <a:cubicBezTo>
                      <a:pt x="929180" y="67957"/>
                      <a:pt x="991410" y="103517"/>
                      <a:pt x="1044750" y="146697"/>
                    </a:cubicBezTo>
                    <a:cubicBezTo>
                      <a:pt x="1096820" y="188607"/>
                      <a:pt x="1145080" y="243217"/>
                      <a:pt x="1180640" y="299097"/>
                    </a:cubicBezTo>
                    <a:cubicBezTo>
                      <a:pt x="1217470" y="356247"/>
                      <a:pt x="1245410" y="423557"/>
                      <a:pt x="1261920" y="488327"/>
                    </a:cubicBezTo>
                    <a:cubicBezTo>
                      <a:pt x="1278430" y="554367"/>
                      <a:pt x="1283510" y="626757"/>
                      <a:pt x="1278430" y="694067"/>
                    </a:cubicBezTo>
                    <a:cubicBezTo>
                      <a:pt x="1272080" y="761377"/>
                      <a:pt x="1254300" y="831227"/>
                      <a:pt x="1227630" y="893457"/>
                    </a:cubicBezTo>
                    <a:cubicBezTo>
                      <a:pt x="1200960" y="955687"/>
                      <a:pt x="1161590" y="1015377"/>
                      <a:pt x="1115870" y="1066177"/>
                    </a:cubicBezTo>
                    <a:cubicBezTo>
                      <a:pt x="1071420" y="1116977"/>
                      <a:pt x="1014270" y="1161427"/>
                      <a:pt x="955850" y="1194447"/>
                    </a:cubicBezTo>
                    <a:cubicBezTo>
                      <a:pt x="896160" y="1227467"/>
                      <a:pt x="828850" y="1251597"/>
                      <a:pt x="761540" y="1264297"/>
                    </a:cubicBezTo>
                    <a:cubicBezTo>
                      <a:pt x="695500" y="1276997"/>
                      <a:pt x="623110" y="1278267"/>
                      <a:pt x="557070" y="1269377"/>
                    </a:cubicBezTo>
                    <a:cubicBezTo>
                      <a:pt x="489760" y="1260487"/>
                      <a:pt x="417370" y="1235087"/>
                      <a:pt x="360220" y="1208417"/>
                    </a:cubicBezTo>
                    <a:cubicBezTo>
                      <a:pt x="310690" y="1185557"/>
                      <a:pt x="270050" y="1158887"/>
                      <a:pt x="230680" y="1125867"/>
                    </a:cubicBezTo>
                    <a:cubicBezTo>
                      <a:pt x="192580" y="1094117"/>
                      <a:pt x="155750" y="1056017"/>
                      <a:pt x="125270" y="1015377"/>
                    </a:cubicBezTo>
                    <a:cubicBezTo>
                      <a:pt x="94790" y="974737"/>
                      <a:pt x="69390" y="929017"/>
                      <a:pt x="49070" y="882027"/>
                    </a:cubicBezTo>
                    <a:cubicBezTo>
                      <a:pt x="30020" y="835037"/>
                      <a:pt x="16050" y="784237"/>
                      <a:pt x="7160" y="734707"/>
                    </a:cubicBezTo>
                    <a:cubicBezTo>
                      <a:pt x="-460" y="683907"/>
                      <a:pt x="-1730" y="631837"/>
                      <a:pt x="2080" y="581037"/>
                    </a:cubicBezTo>
                    <a:cubicBezTo>
                      <a:pt x="7160" y="531507"/>
                      <a:pt x="17320" y="479437"/>
                      <a:pt x="33830" y="431177"/>
                    </a:cubicBezTo>
                    <a:cubicBezTo>
                      <a:pt x="50340" y="382917"/>
                      <a:pt x="73200" y="335927"/>
                      <a:pt x="99870" y="292747"/>
                    </a:cubicBezTo>
                    <a:cubicBezTo>
                      <a:pt x="127810" y="250837"/>
                      <a:pt x="160830" y="210197"/>
                      <a:pt x="197660" y="174637"/>
                    </a:cubicBezTo>
                    <a:cubicBezTo>
                      <a:pt x="234490" y="140347"/>
                      <a:pt x="276400" y="108597"/>
                      <a:pt x="320850" y="83197"/>
                    </a:cubicBezTo>
                    <a:cubicBezTo>
                      <a:pt x="364030" y="59067"/>
                      <a:pt x="413560" y="38747"/>
                      <a:pt x="461820" y="24777"/>
                    </a:cubicBezTo>
                    <a:cubicBezTo>
                      <a:pt x="510080" y="10807"/>
                      <a:pt x="562150" y="1917"/>
                      <a:pt x="612950" y="647"/>
                    </a:cubicBezTo>
                    <a:cubicBezTo>
                      <a:pt x="663750" y="-1893"/>
                      <a:pt x="715820" y="3187"/>
                      <a:pt x="765350" y="13347"/>
                    </a:cubicBezTo>
                    <a:cubicBezTo>
                      <a:pt x="814880" y="23507"/>
                      <a:pt x="911400" y="62877"/>
                      <a:pt x="911400" y="628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0" name="Group 50"/>
            <p:cNvGrpSpPr/>
            <p:nvPr/>
          </p:nvGrpSpPr>
          <p:grpSpPr>
            <a:xfrm rot="0">
              <a:off x="9227820" y="1993900"/>
              <a:ext cx="1371600" cy="1372870"/>
              <a:chOff x="0" y="0"/>
              <a:chExt cx="1371600" cy="137287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47135" y="50800"/>
                <a:ext cx="1274623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0160">
                    <a:moveTo>
                      <a:pt x="639935" y="0"/>
                    </a:moveTo>
                    <a:cubicBezTo>
                      <a:pt x="906635" y="54610"/>
                      <a:pt x="970135" y="88900"/>
                      <a:pt x="1023475" y="129540"/>
                    </a:cubicBezTo>
                    <a:cubicBezTo>
                      <a:pt x="1078085" y="170180"/>
                      <a:pt x="1127615" y="222250"/>
                      <a:pt x="1165715" y="278130"/>
                    </a:cubicBezTo>
                    <a:cubicBezTo>
                      <a:pt x="1202545" y="334010"/>
                      <a:pt x="1233025" y="400050"/>
                      <a:pt x="1252075" y="464820"/>
                    </a:cubicBezTo>
                    <a:cubicBezTo>
                      <a:pt x="1269855" y="530860"/>
                      <a:pt x="1277475" y="601980"/>
                      <a:pt x="1273665" y="669290"/>
                    </a:cubicBezTo>
                    <a:cubicBezTo>
                      <a:pt x="1269855" y="736600"/>
                      <a:pt x="1254615" y="807720"/>
                      <a:pt x="1229215" y="869950"/>
                    </a:cubicBezTo>
                    <a:cubicBezTo>
                      <a:pt x="1205085" y="933450"/>
                      <a:pt x="1166985" y="994410"/>
                      <a:pt x="1123805" y="1046480"/>
                    </a:cubicBezTo>
                    <a:cubicBezTo>
                      <a:pt x="1079355" y="1097280"/>
                      <a:pt x="1024745" y="1144270"/>
                      <a:pt x="966325" y="1179830"/>
                    </a:cubicBezTo>
                    <a:cubicBezTo>
                      <a:pt x="909175" y="1214120"/>
                      <a:pt x="841865" y="1240790"/>
                      <a:pt x="775825" y="1256030"/>
                    </a:cubicBezTo>
                    <a:cubicBezTo>
                      <a:pt x="709785" y="1270000"/>
                      <a:pt x="637395" y="1273810"/>
                      <a:pt x="570085" y="1266190"/>
                    </a:cubicBezTo>
                    <a:cubicBezTo>
                      <a:pt x="504045" y="1259840"/>
                      <a:pt x="434195" y="1239520"/>
                      <a:pt x="371965" y="1211580"/>
                    </a:cubicBezTo>
                    <a:cubicBezTo>
                      <a:pt x="311005" y="1183640"/>
                      <a:pt x="251315" y="1143000"/>
                      <a:pt x="203055" y="1096010"/>
                    </a:cubicBezTo>
                    <a:cubicBezTo>
                      <a:pt x="153525" y="1050290"/>
                      <a:pt x="110345" y="991870"/>
                      <a:pt x="78595" y="932180"/>
                    </a:cubicBezTo>
                    <a:cubicBezTo>
                      <a:pt x="46845" y="872490"/>
                      <a:pt x="23985" y="803910"/>
                      <a:pt x="12555" y="737870"/>
                    </a:cubicBezTo>
                    <a:cubicBezTo>
                      <a:pt x="1125" y="670560"/>
                      <a:pt x="1125" y="599440"/>
                      <a:pt x="12555" y="53213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19710"/>
                      <a:pt x="203055" y="173990"/>
                    </a:cubicBezTo>
                    <a:cubicBezTo>
                      <a:pt x="251315" y="127000"/>
                      <a:pt x="311005" y="86360"/>
                      <a:pt x="373235" y="5842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3810"/>
                      <a:pt x="709785" y="0"/>
                      <a:pt x="775825" y="15240"/>
                    </a:cubicBezTo>
                    <a:cubicBezTo>
                      <a:pt x="841865" y="29210"/>
                      <a:pt x="909175" y="55880"/>
                      <a:pt x="967595" y="91440"/>
                    </a:cubicBezTo>
                    <a:cubicBezTo>
                      <a:pt x="1024745" y="125730"/>
                      <a:pt x="1079355" y="172720"/>
                      <a:pt x="1123805" y="223520"/>
                    </a:cubicBezTo>
                    <a:cubicBezTo>
                      <a:pt x="1166985" y="275590"/>
                      <a:pt x="1205085" y="337820"/>
                      <a:pt x="1229215" y="400050"/>
                    </a:cubicBezTo>
                    <a:cubicBezTo>
                      <a:pt x="1254615" y="462280"/>
                      <a:pt x="1269855" y="533400"/>
                      <a:pt x="1273665" y="600710"/>
                    </a:cubicBezTo>
                    <a:cubicBezTo>
                      <a:pt x="1277475" y="668020"/>
                      <a:pt x="1269855" y="740410"/>
                      <a:pt x="1250805" y="805180"/>
                    </a:cubicBezTo>
                    <a:cubicBezTo>
                      <a:pt x="1233025" y="86995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099820"/>
                      <a:pt x="1023475" y="1140460"/>
                    </a:cubicBezTo>
                    <a:cubicBezTo>
                      <a:pt x="970135" y="1182370"/>
                      <a:pt x="906635" y="1215390"/>
                      <a:pt x="841865" y="1236980"/>
                    </a:cubicBezTo>
                    <a:cubicBezTo>
                      <a:pt x="778365" y="1258570"/>
                      <a:pt x="702165" y="1268730"/>
                      <a:pt x="639935" y="1270000"/>
                    </a:cubicBezTo>
                    <a:cubicBezTo>
                      <a:pt x="585325" y="1271270"/>
                      <a:pt x="537065" y="1264920"/>
                      <a:pt x="487535" y="1253490"/>
                    </a:cubicBezTo>
                    <a:cubicBezTo>
                      <a:pt x="438005" y="1240790"/>
                      <a:pt x="388475" y="1223010"/>
                      <a:pt x="344025" y="1200150"/>
                    </a:cubicBezTo>
                    <a:cubicBezTo>
                      <a:pt x="298305" y="1176020"/>
                      <a:pt x="255125" y="1146810"/>
                      <a:pt x="217025" y="1113790"/>
                    </a:cubicBezTo>
                    <a:cubicBezTo>
                      <a:pt x="178925" y="1080770"/>
                      <a:pt x="143365" y="1041400"/>
                      <a:pt x="114155" y="999490"/>
                    </a:cubicBezTo>
                    <a:cubicBezTo>
                      <a:pt x="84945" y="957580"/>
                      <a:pt x="60815" y="911860"/>
                      <a:pt x="43035" y="864870"/>
                    </a:cubicBezTo>
                    <a:cubicBezTo>
                      <a:pt x="23985" y="816610"/>
                      <a:pt x="11285" y="765810"/>
                      <a:pt x="4935" y="716280"/>
                    </a:cubicBezTo>
                    <a:cubicBezTo>
                      <a:pt x="-1415" y="665480"/>
                      <a:pt x="-1415" y="613410"/>
                      <a:pt x="3665" y="562610"/>
                    </a:cubicBezTo>
                    <a:cubicBezTo>
                      <a:pt x="10015" y="513080"/>
                      <a:pt x="21445" y="46101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2560"/>
                    </a:cubicBezTo>
                    <a:cubicBezTo>
                      <a:pt x="247505" y="128270"/>
                      <a:pt x="290685" y="99060"/>
                      <a:pt x="336405" y="74930"/>
                    </a:cubicBezTo>
                    <a:cubicBezTo>
                      <a:pt x="380855" y="50800"/>
                      <a:pt x="429115" y="31750"/>
                      <a:pt x="478645" y="19050"/>
                    </a:cubicBezTo>
                    <a:cubicBezTo>
                      <a:pt x="528175" y="635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2" name="Group 52"/>
            <p:cNvGrpSpPr/>
            <p:nvPr/>
          </p:nvGrpSpPr>
          <p:grpSpPr>
            <a:xfrm rot="0">
              <a:off x="9232900" y="1993900"/>
              <a:ext cx="1372870" cy="1375410"/>
              <a:chOff x="0" y="0"/>
              <a:chExt cx="1372870" cy="137541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46037" y="50800"/>
                <a:ext cx="1276151" cy="1274963"/>
              </a:xfrm>
              <a:custGeom>
                <a:avLst/>
                <a:gdLst/>
                <a:ahLst/>
                <a:cxnLst/>
                <a:rect l="l" t="t" r="r" b="b"/>
                <a:pathLst>
                  <a:path w="1276151" h="1274963">
                    <a:moveTo>
                      <a:pt x="1065213" y="167640"/>
                    </a:moveTo>
                    <a:cubicBezTo>
                      <a:pt x="1226503" y="386080"/>
                      <a:pt x="1251903" y="454660"/>
                      <a:pt x="1264603" y="520700"/>
                    </a:cubicBezTo>
                    <a:cubicBezTo>
                      <a:pt x="1277303" y="586740"/>
                      <a:pt x="1278573" y="659130"/>
                      <a:pt x="1269683" y="726440"/>
                    </a:cubicBezTo>
                    <a:cubicBezTo>
                      <a:pt x="1260793" y="793750"/>
                      <a:pt x="1239203" y="862330"/>
                      <a:pt x="1208723" y="923290"/>
                    </a:cubicBezTo>
                    <a:cubicBezTo>
                      <a:pt x="1179513" y="982980"/>
                      <a:pt x="1136333" y="1041400"/>
                      <a:pt x="1089343" y="1089660"/>
                    </a:cubicBezTo>
                    <a:cubicBezTo>
                      <a:pt x="1041083" y="1136650"/>
                      <a:pt x="982663" y="1179830"/>
                      <a:pt x="921703" y="1209040"/>
                    </a:cubicBezTo>
                    <a:cubicBezTo>
                      <a:pt x="860743" y="1239520"/>
                      <a:pt x="792163" y="1259840"/>
                      <a:pt x="724853" y="1268730"/>
                    </a:cubicBezTo>
                    <a:cubicBezTo>
                      <a:pt x="657543" y="1277620"/>
                      <a:pt x="586423" y="1276350"/>
                      <a:pt x="519113" y="1263650"/>
                    </a:cubicBezTo>
                    <a:cubicBezTo>
                      <a:pt x="453073" y="1250950"/>
                      <a:pt x="385763" y="1225550"/>
                      <a:pt x="327343" y="1192530"/>
                    </a:cubicBezTo>
                    <a:cubicBezTo>
                      <a:pt x="267653" y="1158240"/>
                      <a:pt x="211773" y="1113790"/>
                      <a:pt x="167323" y="1062990"/>
                    </a:cubicBezTo>
                    <a:cubicBezTo>
                      <a:pt x="121603" y="1012190"/>
                      <a:pt x="83503" y="951230"/>
                      <a:pt x="56833" y="889000"/>
                    </a:cubicBezTo>
                    <a:cubicBezTo>
                      <a:pt x="30163" y="828040"/>
                      <a:pt x="12383" y="756920"/>
                      <a:pt x="7303" y="689610"/>
                    </a:cubicBezTo>
                    <a:cubicBezTo>
                      <a:pt x="2223" y="622300"/>
                      <a:pt x="7303" y="551180"/>
                      <a:pt x="23813" y="485140"/>
                    </a:cubicBezTo>
                    <a:cubicBezTo>
                      <a:pt x="40323" y="419100"/>
                      <a:pt x="69533" y="353060"/>
                      <a:pt x="105093" y="295910"/>
                    </a:cubicBezTo>
                    <a:cubicBezTo>
                      <a:pt x="141923" y="240030"/>
                      <a:pt x="190183" y="185420"/>
                      <a:pt x="243523" y="143510"/>
                    </a:cubicBezTo>
                    <a:cubicBezTo>
                      <a:pt x="295593" y="101600"/>
                      <a:pt x="359093" y="66040"/>
                      <a:pt x="422593" y="43180"/>
                    </a:cubicBezTo>
                    <a:cubicBezTo>
                      <a:pt x="486093" y="19050"/>
                      <a:pt x="557213" y="6350"/>
                      <a:pt x="624523" y="3810"/>
                    </a:cubicBezTo>
                    <a:cubicBezTo>
                      <a:pt x="691833" y="2540"/>
                      <a:pt x="762953" y="12700"/>
                      <a:pt x="827723" y="33020"/>
                    </a:cubicBezTo>
                    <a:cubicBezTo>
                      <a:pt x="892493" y="52070"/>
                      <a:pt x="957263" y="85090"/>
                      <a:pt x="1011873" y="124460"/>
                    </a:cubicBezTo>
                    <a:cubicBezTo>
                      <a:pt x="1066483" y="163830"/>
                      <a:pt x="1117283" y="214630"/>
                      <a:pt x="1156653" y="269240"/>
                    </a:cubicBezTo>
                    <a:cubicBezTo>
                      <a:pt x="1196023" y="325120"/>
                      <a:pt x="1227773" y="389890"/>
                      <a:pt x="1248093" y="454660"/>
                    </a:cubicBezTo>
                    <a:cubicBezTo>
                      <a:pt x="1268413" y="519430"/>
                      <a:pt x="1277303" y="590550"/>
                      <a:pt x="1276033" y="657860"/>
                    </a:cubicBezTo>
                    <a:cubicBezTo>
                      <a:pt x="1273493" y="725170"/>
                      <a:pt x="1259523" y="796290"/>
                      <a:pt x="1236663" y="859790"/>
                    </a:cubicBezTo>
                    <a:cubicBezTo>
                      <a:pt x="1212533" y="923290"/>
                      <a:pt x="1176973" y="985520"/>
                      <a:pt x="1135063" y="1038860"/>
                    </a:cubicBezTo>
                    <a:cubicBezTo>
                      <a:pt x="1091883" y="1090930"/>
                      <a:pt x="1038543" y="1139190"/>
                      <a:pt x="981393" y="1176020"/>
                    </a:cubicBezTo>
                    <a:cubicBezTo>
                      <a:pt x="924243" y="1211580"/>
                      <a:pt x="858203" y="1240790"/>
                      <a:pt x="792163" y="1256030"/>
                    </a:cubicBezTo>
                    <a:cubicBezTo>
                      <a:pt x="727393" y="1272540"/>
                      <a:pt x="655003" y="1278890"/>
                      <a:pt x="587693" y="1272540"/>
                    </a:cubicBezTo>
                    <a:cubicBezTo>
                      <a:pt x="520383" y="1267460"/>
                      <a:pt x="450533" y="1249680"/>
                      <a:pt x="388303" y="1223010"/>
                    </a:cubicBezTo>
                    <a:cubicBezTo>
                      <a:pt x="326073" y="1196340"/>
                      <a:pt x="262573" y="1153160"/>
                      <a:pt x="215583" y="1111250"/>
                    </a:cubicBezTo>
                    <a:cubicBezTo>
                      <a:pt x="173673" y="1076960"/>
                      <a:pt x="141923" y="1038860"/>
                      <a:pt x="113983" y="996950"/>
                    </a:cubicBezTo>
                    <a:cubicBezTo>
                      <a:pt x="84773" y="956310"/>
                      <a:pt x="60643" y="909320"/>
                      <a:pt x="41593" y="862330"/>
                    </a:cubicBezTo>
                    <a:cubicBezTo>
                      <a:pt x="23813" y="814070"/>
                      <a:pt x="11113" y="763270"/>
                      <a:pt x="4763" y="713740"/>
                    </a:cubicBezTo>
                    <a:cubicBezTo>
                      <a:pt x="-1587" y="662940"/>
                      <a:pt x="-1587" y="610870"/>
                      <a:pt x="4763" y="560070"/>
                    </a:cubicBezTo>
                    <a:cubicBezTo>
                      <a:pt x="9843" y="509270"/>
                      <a:pt x="22543" y="458470"/>
                      <a:pt x="40323" y="411480"/>
                    </a:cubicBezTo>
                    <a:cubicBezTo>
                      <a:pt x="58103" y="364490"/>
                      <a:pt x="82233" y="317500"/>
                      <a:pt x="111443" y="275590"/>
                    </a:cubicBezTo>
                    <a:cubicBezTo>
                      <a:pt x="140653" y="233680"/>
                      <a:pt x="174943" y="194310"/>
                      <a:pt x="213043" y="160020"/>
                    </a:cubicBezTo>
                    <a:cubicBezTo>
                      <a:pt x="251143" y="127000"/>
                      <a:pt x="294323" y="96520"/>
                      <a:pt x="338773" y="73660"/>
                    </a:cubicBezTo>
                    <a:cubicBezTo>
                      <a:pt x="383223" y="49530"/>
                      <a:pt x="432753" y="30480"/>
                      <a:pt x="482283" y="19050"/>
                    </a:cubicBezTo>
                    <a:cubicBezTo>
                      <a:pt x="530543" y="6350"/>
                      <a:pt x="582613" y="0"/>
                      <a:pt x="633413" y="0"/>
                    </a:cubicBezTo>
                    <a:cubicBezTo>
                      <a:pt x="684213" y="0"/>
                      <a:pt x="736283" y="6350"/>
                      <a:pt x="785813" y="17780"/>
                    </a:cubicBezTo>
                    <a:cubicBezTo>
                      <a:pt x="835343" y="29210"/>
                      <a:pt x="884873" y="48260"/>
                      <a:pt x="929323" y="71120"/>
                    </a:cubicBezTo>
                    <a:cubicBezTo>
                      <a:pt x="973773" y="95250"/>
                      <a:pt x="1055053" y="158750"/>
                      <a:pt x="1055053" y="1587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4" name="Group 54"/>
            <p:cNvGrpSpPr/>
            <p:nvPr/>
          </p:nvGrpSpPr>
          <p:grpSpPr>
            <a:xfrm rot="0">
              <a:off x="9398000" y="2002790"/>
              <a:ext cx="1377950" cy="1380490"/>
              <a:chOff x="0" y="0"/>
              <a:chExt cx="1377950" cy="1380490"/>
            </a:xfrm>
          </p:grpSpPr>
          <p:sp>
            <p:nvSpPr>
              <p:cNvPr id="55" name="Freeform 55"/>
              <p:cNvSpPr/>
              <p:nvPr/>
            </p:nvSpPr>
            <p:spPr>
              <a:xfrm>
                <a:off x="48775" y="50153"/>
                <a:ext cx="1280097" cy="1280189"/>
              </a:xfrm>
              <a:custGeom>
                <a:avLst/>
                <a:gdLst/>
                <a:ahLst/>
                <a:cxnLst/>
                <a:rect l="l" t="t" r="r" b="b"/>
                <a:pathLst>
                  <a:path w="1280097" h="1280189">
                    <a:moveTo>
                      <a:pt x="1094225" y="194957"/>
                    </a:moveTo>
                    <a:cubicBezTo>
                      <a:pt x="1244085" y="423557"/>
                      <a:pt x="1265675" y="492137"/>
                      <a:pt x="1274565" y="559447"/>
                    </a:cubicBezTo>
                    <a:cubicBezTo>
                      <a:pt x="1283455" y="625487"/>
                      <a:pt x="1280915" y="697877"/>
                      <a:pt x="1268215" y="763917"/>
                    </a:cubicBezTo>
                    <a:cubicBezTo>
                      <a:pt x="1255515" y="831227"/>
                      <a:pt x="1231385" y="898537"/>
                      <a:pt x="1197095" y="958227"/>
                    </a:cubicBezTo>
                    <a:cubicBezTo>
                      <a:pt x="1164075" y="1016647"/>
                      <a:pt x="1119625" y="1072527"/>
                      <a:pt x="1068825" y="1118247"/>
                    </a:cubicBezTo>
                    <a:cubicBezTo>
                      <a:pt x="1018025" y="1162697"/>
                      <a:pt x="957065" y="1202067"/>
                      <a:pt x="896105" y="1228737"/>
                    </a:cubicBezTo>
                    <a:cubicBezTo>
                      <a:pt x="833875" y="1255407"/>
                      <a:pt x="762755" y="1273187"/>
                      <a:pt x="695445" y="1278267"/>
                    </a:cubicBezTo>
                    <a:cubicBezTo>
                      <a:pt x="628135" y="1283347"/>
                      <a:pt x="557015" y="1278267"/>
                      <a:pt x="490975" y="1261757"/>
                    </a:cubicBezTo>
                    <a:cubicBezTo>
                      <a:pt x="424935" y="1245247"/>
                      <a:pt x="358895" y="1217307"/>
                      <a:pt x="301745" y="1180477"/>
                    </a:cubicBezTo>
                    <a:cubicBezTo>
                      <a:pt x="244595" y="1143647"/>
                      <a:pt x="191255" y="1095387"/>
                      <a:pt x="149345" y="1043317"/>
                    </a:cubicBezTo>
                    <a:cubicBezTo>
                      <a:pt x="106165" y="989977"/>
                      <a:pt x="70605" y="927747"/>
                      <a:pt x="47745" y="864247"/>
                    </a:cubicBezTo>
                    <a:cubicBezTo>
                      <a:pt x="24885" y="800747"/>
                      <a:pt x="10915" y="729627"/>
                      <a:pt x="8375" y="662317"/>
                    </a:cubicBezTo>
                    <a:cubicBezTo>
                      <a:pt x="7105" y="593737"/>
                      <a:pt x="17265" y="522617"/>
                      <a:pt x="36315" y="457847"/>
                    </a:cubicBezTo>
                    <a:cubicBezTo>
                      <a:pt x="56635" y="393077"/>
                      <a:pt x="88385" y="328307"/>
                      <a:pt x="127755" y="273697"/>
                    </a:cubicBezTo>
                    <a:cubicBezTo>
                      <a:pt x="167125" y="219087"/>
                      <a:pt x="219195" y="168287"/>
                      <a:pt x="273805" y="128917"/>
                    </a:cubicBezTo>
                    <a:cubicBezTo>
                      <a:pt x="328415" y="89547"/>
                      <a:pt x="393185" y="56527"/>
                      <a:pt x="457955" y="37477"/>
                    </a:cubicBezTo>
                    <a:cubicBezTo>
                      <a:pt x="522725" y="17157"/>
                      <a:pt x="593845" y="6997"/>
                      <a:pt x="661155" y="9537"/>
                    </a:cubicBezTo>
                    <a:cubicBezTo>
                      <a:pt x="729735" y="10807"/>
                      <a:pt x="799585" y="24777"/>
                      <a:pt x="863085" y="47637"/>
                    </a:cubicBezTo>
                    <a:cubicBezTo>
                      <a:pt x="926585" y="71767"/>
                      <a:pt x="990085" y="107327"/>
                      <a:pt x="1042155" y="149237"/>
                    </a:cubicBezTo>
                    <a:cubicBezTo>
                      <a:pt x="1095495" y="192417"/>
                      <a:pt x="1143755" y="245757"/>
                      <a:pt x="1180585" y="302907"/>
                    </a:cubicBezTo>
                    <a:cubicBezTo>
                      <a:pt x="1216145" y="360057"/>
                      <a:pt x="1245355" y="426097"/>
                      <a:pt x="1261865" y="490867"/>
                    </a:cubicBezTo>
                    <a:cubicBezTo>
                      <a:pt x="1277105" y="556907"/>
                      <a:pt x="1283455" y="629297"/>
                      <a:pt x="1278375" y="696607"/>
                    </a:cubicBezTo>
                    <a:cubicBezTo>
                      <a:pt x="1272025" y="763917"/>
                      <a:pt x="1255515" y="833767"/>
                      <a:pt x="1228845" y="895997"/>
                    </a:cubicBezTo>
                    <a:cubicBezTo>
                      <a:pt x="1200905" y="958227"/>
                      <a:pt x="1162805" y="1019187"/>
                      <a:pt x="1117085" y="1068717"/>
                    </a:cubicBezTo>
                    <a:cubicBezTo>
                      <a:pt x="1072635" y="1119517"/>
                      <a:pt x="1015485" y="1165237"/>
                      <a:pt x="957065" y="1198257"/>
                    </a:cubicBezTo>
                    <a:cubicBezTo>
                      <a:pt x="898645" y="1231277"/>
                      <a:pt x="830065" y="1256677"/>
                      <a:pt x="764025" y="1269377"/>
                    </a:cubicBezTo>
                    <a:cubicBezTo>
                      <a:pt x="697985" y="1282077"/>
                      <a:pt x="625595" y="1283347"/>
                      <a:pt x="558285" y="1274457"/>
                    </a:cubicBezTo>
                    <a:cubicBezTo>
                      <a:pt x="490975" y="1265567"/>
                      <a:pt x="422395" y="1243977"/>
                      <a:pt x="361435" y="1213497"/>
                    </a:cubicBezTo>
                    <a:cubicBezTo>
                      <a:pt x="301745" y="1184287"/>
                      <a:pt x="240785" y="1137297"/>
                      <a:pt x="195065" y="1094117"/>
                    </a:cubicBezTo>
                    <a:cubicBezTo>
                      <a:pt x="155695" y="1057287"/>
                      <a:pt x="125215" y="1017917"/>
                      <a:pt x="98545" y="976007"/>
                    </a:cubicBezTo>
                    <a:cubicBezTo>
                      <a:pt x="70605" y="932827"/>
                      <a:pt x="47745" y="884567"/>
                      <a:pt x="32505" y="837577"/>
                    </a:cubicBezTo>
                    <a:cubicBezTo>
                      <a:pt x="15995" y="789317"/>
                      <a:pt x="5835" y="737247"/>
                      <a:pt x="2025" y="686447"/>
                    </a:cubicBezTo>
                    <a:cubicBezTo>
                      <a:pt x="-1785" y="635647"/>
                      <a:pt x="-515" y="583577"/>
                      <a:pt x="8375" y="534047"/>
                    </a:cubicBezTo>
                    <a:cubicBezTo>
                      <a:pt x="15995" y="483247"/>
                      <a:pt x="31235" y="433717"/>
                      <a:pt x="50285" y="386727"/>
                    </a:cubicBezTo>
                    <a:cubicBezTo>
                      <a:pt x="70605" y="339737"/>
                      <a:pt x="97275" y="294017"/>
                      <a:pt x="127755" y="253377"/>
                    </a:cubicBezTo>
                    <a:cubicBezTo>
                      <a:pt x="158235" y="212737"/>
                      <a:pt x="193795" y="174637"/>
                      <a:pt x="233165" y="142887"/>
                    </a:cubicBezTo>
                    <a:cubicBezTo>
                      <a:pt x="272535" y="111137"/>
                      <a:pt x="316985" y="83197"/>
                      <a:pt x="362705" y="61607"/>
                    </a:cubicBezTo>
                    <a:cubicBezTo>
                      <a:pt x="408425" y="40017"/>
                      <a:pt x="459225" y="23507"/>
                      <a:pt x="508755" y="13347"/>
                    </a:cubicBezTo>
                    <a:cubicBezTo>
                      <a:pt x="558285" y="3187"/>
                      <a:pt x="610355" y="-1893"/>
                      <a:pt x="661155" y="647"/>
                    </a:cubicBezTo>
                    <a:cubicBezTo>
                      <a:pt x="711955" y="3187"/>
                      <a:pt x="764025" y="10807"/>
                      <a:pt x="812285" y="24777"/>
                    </a:cubicBezTo>
                    <a:cubicBezTo>
                      <a:pt x="861815" y="38747"/>
                      <a:pt x="910075" y="60337"/>
                      <a:pt x="953255" y="85737"/>
                    </a:cubicBezTo>
                    <a:cubicBezTo>
                      <a:pt x="997705" y="111137"/>
                      <a:pt x="1076445" y="177177"/>
                      <a:pt x="1076445" y="1771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6" name="Group 56"/>
            <p:cNvGrpSpPr/>
            <p:nvPr/>
          </p:nvGrpSpPr>
          <p:grpSpPr>
            <a:xfrm rot="0">
              <a:off x="9460230" y="2030730"/>
              <a:ext cx="1360170" cy="1360170"/>
              <a:chOff x="0" y="0"/>
              <a:chExt cx="1360170" cy="1360170"/>
            </a:xfrm>
          </p:grpSpPr>
          <p:sp>
            <p:nvSpPr>
              <p:cNvPr id="57" name="Freeform 57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 rot="0">
              <a:off x="8741410" y="1981200"/>
              <a:ext cx="1360170" cy="1360170"/>
              <a:chOff x="0" y="0"/>
              <a:chExt cx="1360170" cy="1360170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398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6775" y="1268075"/>
                    </a:cubicBezTo>
                    <a:cubicBezTo>
                      <a:pt x="497715" y="126172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622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0" name="Group 60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1" name="Freeform 6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2" name="Group 62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id="63" name="Freeform 63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4" name="Group 64"/>
            <p:cNvGrpSpPr/>
            <p:nvPr/>
          </p:nvGrpSpPr>
          <p:grpSpPr>
            <a:xfrm rot="0">
              <a:off x="8305800" y="1732280"/>
              <a:ext cx="1360170" cy="1360170"/>
              <a:chOff x="0" y="0"/>
              <a:chExt cx="1360170" cy="1360170"/>
            </a:xfrm>
          </p:grpSpPr>
          <p:sp>
            <p:nvSpPr>
              <p:cNvPr id="65" name="Freeform 6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803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1725"/>
                      <a:pt x="390657" y="1228705"/>
                      <a:pt x="306837" y="1177905"/>
                    </a:cubicBezTo>
                    <a:cubicBezTo>
                      <a:pt x="221747" y="1127105"/>
                      <a:pt x="143007" y="1047095"/>
                      <a:pt x="92207" y="963275"/>
                    </a:cubicBezTo>
                    <a:cubicBezTo>
                      <a:pt x="40137" y="878185"/>
                      <a:pt x="7117" y="77023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4765"/>
                      <a:pt x="1084077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6" name="Group 66"/>
            <p:cNvGrpSpPr/>
            <p:nvPr/>
          </p:nvGrpSpPr>
          <p:grpSpPr>
            <a:xfrm rot="0">
              <a:off x="8201660" y="1601470"/>
              <a:ext cx="1360170" cy="1360170"/>
              <a:chOff x="0" y="0"/>
              <a:chExt cx="1360170" cy="1360170"/>
            </a:xfrm>
          </p:grpSpPr>
          <p:sp>
            <p:nvSpPr>
              <p:cNvPr id="67" name="Freeform 67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68" name="Group 68"/>
            <p:cNvGrpSpPr/>
            <p:nvPr/>
          </p:nvGrpSpPr>
          <p:grpSpPr>
            <a:xfrm rot="0">
              <a:off x="8227060" y="1590040"/>
              <a:ext cx="1377950" cy="1372870"/>
              <a:chOff x="0" y="0"/>
              <a:chExt cx="1377950" cy="1372870"/>
            </a:xfrm>
          </p:grpSpPr>
          <p:sp>
            <p:nvSpPr>
              <p:cNvPr id="69" name="Freeform 69"/>
              <p:cNvSpPr/>
              <p:nvPr/>
            </p:nvSpPr>
            <p:spPr>
              <a:xfrm>
                <a:off x="46625" y="50800"/>
                <a:ext cx="1280207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80207" h="1271430">
                    <a:moveTo>
                      <a:pt x="644255" y="0"/>
                    </a:moveTo>
                    <a:cubicBezTo>
                      <a:pt x="910955" y="55880"/>
                      <a:pt x="975725" y="88900"/>
                      <a:pt x="1029065" y="129540"/>
                    </a:cubicBezTo>
                    <a:cubicBezTo>
                      <a:pt x="1082405" y="171450"/>
                      <a:pt x="1131935" y="223520"/>
                      <a:pt x="1170035" y="279400"/>
                    </a:cubicBezTo>
                    <a:cubicBezTo>
                      <a:pt x="1208135" y="335280"/>
                      <a:pt x="1238615" y="401320"/>
                      <a:pt x="1256395" y="466090"/>
                    </a:cubicBezTo>
                    <a:cubicBezTo>
                      <a:pt x="1275445" y="530860"/>
                      <a:pt x="1283065" y="603250"/>
                      <a:pt x="1279255" y="670560"/>
                    </a:cubicBezTo>
                    <a:cubicBezTo>
                      <a:pt x="1275445" y="737870"/>
                      <a:pt x="1260205" y="808990"/>
                      <a:pt x="1234805" y="871220"/>
                    </a:cubicBezTo>
                    <a:cubicBezTo>
                      <a:pt x="1209405" y="933450"/>
                      <a:pt x="1172575" y="995680"/>
                      <a:pt x="1129395" y="1047750"/>
                    </a:cubicBezTo>
                    <a:cubicBezTo>
                      <a:pt x="1084945" y="1098550"/>
                      <a:pt x="1030335" y="1145540"/>
                      <a:pt x="971915" y="1181100"/>
                    </a:cubicBezTo>
                    <a:cubicBezTo>
                      <a:pt x="913495" y="1215390"/>
                      <a:pt x="847455" y="1242060"/>
                      <a:pt x="781415" y="1256030"/>
                    </a:cubicBezTo>
                    <a:cubicBezTo>
                      <a:pt x="715375" y="1271270"/>
                      <a:pt x="642985" y="1275080"/>
                      <a:pt x="575675" y="1267460"/>
                    </a:cubicBezTo>
                    <a:cubicBezTo>
                      <a:pt x="508365" y="1259840"/>
                      <a:pt x="438515" y="1240790"/>
                      <a:pt x="377555" y="1212850"/>
                    </a:cubicBezTo>
                    <a:cubicBezTo>
                      <a:pt x="316595" y="1183640"/>
                      <a:pt x="256905" y="1144270"/>
                      <a:pt x="207375" y="1097280"/>
                    </a:cubicBezTo>
                    <a:cubicBezTo>
                      <a:pt x="157845" y="1050290"/>
                      <a:pt x="114665" y="993140"/>
                      <a:pt x="82915" y="933450"/>
                    </a:cubicBezTo>
                    <a:cubicBezTo>
                      <a:pt x="51165" y="873760"/>
                      <a:pt x="28305" y="805180"/>
                      <a:pt x="16875" y="739140"/>
                    </a:cubicBezTo>
                    <a:cubicBezTo>
                      <a:pt x="6715" y="671830"/>
                      <a:pt x="6715" y="599440"/>
                      <a:pt x="16875" y="533400"/>
                    </a:cubicBezTo>
                    <a:cubicBezTo>
                      <a:pt x="28305" y="466090"/>
                      <a:pt x="51165" y="397510"/>
                      <a:pt x="82915" y="337820"/>
                    </a:cubicBezTo>
                    <a:cubicBezTo>
                      <a:pt x="114665" y="278130"/>
                      <a:pt x="157845" y="220980"/>
                      <a:pt x="207375" y="173990"/>
                    </a:cubicBezTo>
                    <a:cubicBezTo>
                      <a:pt x="256905" y="128270"/>
                      <a:pt x="316595" y="87630"/>
                      <a:pt x="377555" y="59690"/>
                    </a:cubicBezTo>
                    <a:cubicBezTo>
                      <a:pt x="439785" y="30480"/>
                      <a:pt x="508365" y="11430"/>
                      <a:pt x="575675" y="3810"/>
                    </a:cubicBezTo>
                    <a:cubicBezTo>
                      <a:pt x="642985" y="-2540"/>
                      <a:pt x="715375" y="1270"/>
                      <a:pt x="781415" y="15240"/>
                    </a:cubicBezTo>
                    <a:cubicBezTo>
                      <a:pt x="847455" y="30480"/>
                      <a:pt x="914765" y="57150"/>
                      <a:pt x="971915" y="91440"/>
                    </a:cubicBezTo>
                    <a:cubicBezTo>
                      <a:pt x="1030335" y="127000"/>
                      <a:pt x="1084945" y="172720"/>
                      <a:pt x="1129395" y="224790"/>
                    </a:cubicBezTo>
                    <a:cubicBezTo>
                      <a:pt x="1172575" y="276860"/>
                      <a:pt x="1209405" y="337820"/>
                      <a:pt x="1234805" y="401320"/>
                    </a:cubicBezTo>
                    <a:cubicBezTo>
                      <a:pt x="1260205" y="463550"/>
                      <a:pt x="1275445" y="534670"/>
                      <a:pt x="1279255" y="601980"/>
                    </a:cubicBezTo>
                    <a:cubicBezTo>
                      <a:pt x="1283065" y="669290"/>
                      <a:pt x="1275445" y="740410"/>
                      <a:pt x="1256395" y="806450"/>
                    </a:cubicBezTo>
                    <a:cubicBezTo>
                      <a:pt x="1238615" y="871220"/>
                      <a:pt x="1208135" y="937260"/>
                      <a:pt x="1170035" y="993140"/>
                    </a:cubicBezTo>
                    <a:cubicBezTo>
                      <a:pt x="1131935" y="1049020"/>
                      <a:pt x="1082405" y="1101090"/>
                      <a:pt x="1029065" y="1141730"/>
                    </a:cubicBezTo>
                    <a:cubicBezTo>
                      <a:pt x="974455" y="1182370"/>
                      <a:pt x="910955" y="1216660"/>
                      <a:pt x="847455" y="1238250"/>
                    </a:cubicBezTo>
                    <a:cubicBezTo>
                      <a:pt x="782685" y="1259840"/>
                      <a:pt x="707755" y="1270000"/>
                      <a:pt x="644255" y="1271270"/>
                    </a:cubicBezTo>
                    <a:cubicBezTo>
                      <a:pt x="589645" y="1272540"/>
                      <a:pt x="541385" y="1266190"/>
                      <a:pt x="491855" y="1254760"/>
                    </a:cubicBezTo>
                    <a:cubicBezTo>
                      <a:pt x="442325" y="1243330"/>
                      <a:pt x="392795" y="1225550"/>
                      <a:pt x="348345" y="1202690"/>
                    </a:cubicBezTo>
                    <a:cubicBezTo>
                      <a:pt x="302625" y="1179830"/>
                      <a:pt x="259445" y="1150620"/>
                      <a:pt x="221345" y="1117600"/>
                    </a:cubicBezTo>
                    <a:cubicBezTo>
                      <a:pt x="181975" y="1084580"/>
                      <a:pt x="146415" y="1045210"/>
                      <a:pt x="117205" y="1004570"/>
                    </a:cubicBezTo>
                    <a:cubicBezTo>
                      <a:pt x="87995" y="962660"/>
                      <a:pt x="62595" y="916940"/>
                      <a:pt x="44815" y="869950"/>
                    </a:cubicBezTo>
                    <a:cubicBezTo>
                      <a:pt x="25765" y="822960"/>
                      <a:pt x="13065" y="772160"/>
                      <a:pt x="5445" y="721360"/>
                    </a:cubicBezTo>
                    <a:cubicBezTo>
                      <a:pt x="-905" y="670560"/>
                      <a:pt x="-2175" y="618490"/>
                      <a:pt x="4175" y="567690"/>
                    </a:cubicBezTo>
                    <a:cubicBezTo>
                      <a:pt x="9255" y="518160"/>
                      <a:pt x="20685" y="466090"/>
                      <a:pt x="38465" y="419100"/>
                    </a:cubicBezTo>
                    <a:cubicBezTo>
                      <a:pt x="54975" y="370840"/>
                      <a:pt x="79105" y="323850"/>
                      <a:pt x="107045" y="281940"/>
                    </a:cubicBezTo>
                    <a:cubicBezTo>
                      <a:pt x="136255" y="240030"/>
                      <a:pt x="170545" y="200660"/>
                      <a:pt x="207375" y="166370"/>
                    </a:cubicBezTo>
                    <a:cubicBezTo>
                      <a:pt x="245475" y="132080"/>
                      <a:pt x="287385" y="101600"/>
                      <a:pt x="331835" y="77470"/>
                    </a:cubicBezTo>
                    <a:cubicBezTo>
                      <a:pt x="376285" y="53340"/>
                      <a:pt x="425815" y="34290"/>
                      <a:pt x="475345" y="21590"/>
                    </a:cubicBezTo>
                    <a:cubicBezTo>
                      <a:pt x="523605" y="8890"/>
                      <a:pt x="626475" y="0"/>
                      <a:pt x="62647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0" name="Group 70"/>
            <p:cNvGrpSpPr/>
            <p:nvPr/>
          </p:nvGrpSpPr>
          <p:grpSpPr>
            <a:xfrm rot="0">
              <a:off x="8294370" y="1581150"/>
              <a:ext cx="1377950" cy="1372870"/>
              <a:chOff x="0" y="0"/>
              <a:chExt cx="1377950" cy="1372870"/>
            </a:xfrm>
          </p:grpSpPr>
          <p:sp>
            <p:nvSpPr>
              <p:cNvPr id="71" name="Freeform 71"/>
              <p:cNvSpPr/>
              <p:nvPr/>
            </p:nvSpPr>
            <p:spPr>
              <a:xfrm>
                <a:off x="47665" y="50800"/>
                <a:ext cx="1279961" cy="1271430"/>
              </a:xfrm>
              <a:custGeom>
                <a:avLst/>
                <a:gdLst/>
                <a:ahLst/>
                <a:cxnLst/>
                <a:rect l="l" t="t" r="r" b="b"/>
                <a:pathLst>
                  <a:path w="1279961" h="1271430">
                    <a:moveTo>
                      <a:pt x="644485" y="0"/>
                    </a:moveTo>
                    <a:cubicBezTo>
                      <a:pt x="911185" y="54610"/>
                      <a:pt x="974685" y="88900"/>
                      <a:pt x="1029295" y="129540"/>
                    </a:cubicBezTo>
                    <a:cubicBezTo>
                      <a:pt x="1082635" y="170180"/>
                      <a:pt x="1132165" y="222250"/>
                      <a:pt x="1170265" y="279400"/>
                    </a:cubicBezTo>
                    <a:cubicBezTo>
                      <a:pt x="1208365" y="335280"/>
                      <a:pt x="1238845" y="400050"/>
                      <a:pt x="1256625" y="464820"/>
                    </a:cubicBezTo>
                    <a:cubicBezTo>
                      <a:pt x="1274405" y="530860"/>
                      <a:pt x="1282025" y="601980"/>
                      <a:pt x="1279485" y="669290"/>
                    </a:cubicBezTo>
                    <a:cubicBezTo>
                      <a:pt x="1275675" y="737870"/>
                      <a:pt x="1259165" y="807720"/>
                      <a:pt x="1235035" y="871220"/>
                    </a:cubicBezTo>
                    <a:cubicBezTo>
                      <a:pt x="1209635" y="933450"/>
                      <a:pt x="1172805" y="995680"/>
                      <a:pt x="1128355" y="1046480"/>
                    </a:cubicBezTo>
                    <a:cubicBezTo>
                      <a:pt x="1085175" y="1098550"/>
                      <a:pt x="1029295" y="1145540"/>
                      <a:pt x="972145" y="1179830"/>
                    </a:cubicBezTo>
                    <a:cubicBezTo>
                      <a:pt x="913725" y="1215390"/>
                      <a:pt x="846415" y="1242060"/>
                      <a:pt x="780375" y="1256030"/>
                    </a:cubicBezTo>
                    <a:cubicBezTo>
                      <a:pt x="714335" y="1270000"/>
                      <a:pt x="643215" y="1273810"/>
                      <a:pt x="575905" y="1267460"/>
                    </a:cubicBezTo>
                    <a:cubicBezTo>
                      <a:pt x="508595" y="1259840"/>
                      <a:pt x="438745" y="1240790"/>
                      <a:pt x="377785" y="1211580"/>
                    </a:cubicBezTo>
                    <a:cubicBezTo>
                      <a:pt x="315555" y="1183640"/>
                      <a:pt x="255865" y="1143000"/>
                      <a:pt x="207605" y="1097280"/>
                    </a:cubicBezTo>
                    <a:cubicBezTo>
                      <a:pt x="158075" y="1050290"/>
                      <a:pt x="114895" y="993140"/>
                      <a:pt x="83145" y="933450"/>
                    </a:cubicBezTo>
                    <a:cubicBezTo>
                      <a:pt x="51395" y="873760"/>
                      <a:pt x="28535" y="805180"/>
                      <a:pt x="17105" y="737870"/>
                    </a:cubicBezTo>
                    <a:cubicBezTo>
                      <a:pt x="6945" y="671830"/>
                      <a:pt x="6945" y="599440"/>
                      <a:pt x="17105" y="532130"/>
                    </a:cubicBezTo>
                    <a:cubicBezTo>
                      <a:pt x="28535" y="466090"/>
                      <a:pt x="51395" y="397510"/>
                      <a:pt x="83145" y="337820"/>
                    </a:cubicBezTo>
                    <a:cubicBezTo>
                      <a:pt x="114895" y="278130"/>
                      <a:pt x="158075" y="220980"/>
                      <a:pt x="207605" y="173990"/>
                    </a:cubicBezTo>
                    <a:cubicBezTo>
                      <a:pt x="257135" y="127000"/>
                      <a:pt x="316825" y="87630"/>
                      <a:pt x="377785" y="58420"/>
                    </a:cubicBezTo>
                    <a:cubicBezTo>
                      <a:pt x="438745" y="30480"/>
                      <a:pt x="508595" y="11430"/>
                      <a:pt x="575905" y="3810"/>
                    </a:cubicBezTo>
                    <a:cubicBezTo>
                      <a:pt x="643215" y="-3810"/>
                      <a:pt x="715605" y="0"/>
                      <a:pt x="781645" y="15240"/>
                    </a:cubicBezTo>
                    <a:cubicBezTo>
                      <a:pt x="847685" y="29210"/>
                      <a:pt x="913725" y="55880"/>
                      <a:pt x="972145" y="91440"/>
                    </a:cubicBezTo>
                    <a:cubicBezTo>
                      <a:pt x="1030565" y="125730"/>
                      <a:pt x="1085175" y="172720"/>
                      <a:pt x="1128355" y="223520"/>
                    </a:cubicBezTo>
                    <a:cubicBezTo>
                      <a:pt x="1172805" y="275590"/>
                      <a:pt x="1209635" y="337820"/>
                      <a:pt x="1235035" y="400050"/>
                    </a:cubicBezTo>
                    <a:cubicBezTo>
                      <a:pt x="1259165" y="463550"/>
                      <a:pt x="1275675" y="533400"/>
                      <a:pt x="1279485" y="600710"/>
                    </a:cubicBezTo>
                    <a:cubicBezTo>
                      <a:pt x="1282025" y="669290"/>
                      <a:pt x="1274405" y="740410"/>
                      <a:pt x="1256625" y="805180"/>
                    </a:cubicBezTo>
                    <a:cubicBezTo>
                      <a:pt x="1238845" y="871220"/>
                      <a:pt x="1208365" y="935990"/>
                      <a:pt x="1170265" y="991870"/>
                    </a:cubicBezTo>
                    <a:cubicBezTo>
                      <a:pt x="1132165" y="1047750"/>
                      <a:pt x="1082635" y="1101090"/>
                      <a:pt x="1029295" y="1141730"/>
                    </a:cubicBezTo>
                    <a:cubicBezTo>
                      <a:pt x="974685" y="1182370"/>
                      <a:pt x="911185" y="1216660"/>
                      <a:pt x="847685" y="1238250"/>
                    </a:cubicBezTo>
                    <a:cubicBezTo>
                      <a:pt x="782915" y="1258570"/>
                      <a:pt x="706715" y="1268730"/>
                      <a:pt x="644485" y="1271270"/>
                    </a:cubicBezTo>
                    <a:cubicBezTo>
                      <a:pt x="589875" y="1272540"/>
                      <a:pt x="541615" y="1266190"/>
                      <a:pt x="492085" y="1254760"/>
                    </a:cubicBezTo>
                    <a:cubicBezTo>
                      <a:pt x="442555" y="1243330"/>
                      <a:pt x="393025" y="1225550"/>
                      <a:pt x="348575" y="1202690"/>
                    </a:cubicBezTo>
                    <a:cubicBezTo>
                      <a:pt x="302855" y="1179830"/>
                      <a:pt x="259675" y="1150620"/>
                      <a:pt x="220305" y="1117600"/>
                    </a:cubicBezTo>
                    <a:cubicBezTo>
                      <a:pt x="182205" y="1083310"/>
                      <a:pt x="146645" y="1045210"/>
                      <a:pt x="117435" y="1003300"/>
                    </a:cubicBezTo>
                    <a:cubicBezTo>
                      <a:pt x="88225" y="962660"/>
                      <a:pt x="62825" y="915670"/>
                      <a:pt x="45045" y="868680"/>
                    </a:cubicBezTo>
                    <a:cubicBezTo>
                      <a:pt x="25995" y="821690"/>
                      <a:pt x="12025" y="770890"/>
                      <a:pt x="5675" y="721360"/>
                    </a:cubicBezTo>
                    <a:cubicBezTo>
                      <a:pt x="-675" y="670560"/>
                      <a:pt x="-1945" y="618490"/>
                      <a:pt x="3135" y="567690"/>
                    </a:cubicBezTo>
                    <a:cubicBezTo>
                      <a:pt x="9485" y="516890"/>
                      <a:pt x="20915" y="466090"/>
                      <a:pt x="38695" y="417830"/>
                    </a:cubicBezTo>
                    <a:cubicBezTo>
                      <a:pt x="55205" y="370840"/>
                      <a:pt x="79335" y="323850"/>
                      <a:pt x="107275" y="281940"/>
                    </a:cubicBezTo>
                    <a:cubicBezTo>
                      <a:pt x="135215" y="240030"/>
                      <a:pt x="169505" y="199390"/>
                      <a:pt x="207605" y="165100"/>
                    </a:cubicBezTo>
                    <a:cubicBezTo>
                      <a:pt x="244435" y="132080"/>
                      <a:pt x="287615" y="101600"/>
                      <a:pt x="332065" y="77470"/>
                    </a:cubicBezTo>
                    <a:cubicBezTo>
                      <a:pt x="376515" y="52070"/>
                      <a:pt x="426045" y="33020"/>
                      <a:pt x="474305" y="20320"/>
                    </a:cubicBezTo>
                    <a:cubicBezTo>
                      <a:pt x="523835" y="7620"/>
                      <a:pt x="626705" y="0"/>
                      <a:pt x="62670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2" name="Group 72"/>
            <p:cNvGrpSpPr/>
            <p:nvPr/>
          </p:nvGrpSpPr>
          <p:grpSpPr>
            <a:xfrm rot="0">
              <a:off x="8351520" y="1573530"/>
              <a:ext cx="1360170" cy="1360170"/>
              <a:chOff x="0" y="0"/>
              <a:chExt cx="1360170" cy="1360170"/>
            </a:xfrm>
          </p:grpSpPr>
          <p:sp>
            <p:nvSpPr>
              <p:cNvPr id="73" name="Freeform 7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4" name="Group 74"/>
            <p:cNvGrpSpPr/>
            <p:nvPr/>
          </p:nvGrpSpPr>
          <p:grpSpPr>
            <a:xfrm rot="0">
              <a:off x="8526780" y="1504950"/>
              <a:ext cx="1395730" cy="1374140"/>
              <a:chOff x="0" y="0"/>
              <a:chExt cx="1395730" cy="1374140"/>
            </a:xfrm>
          </p:grpSpPr>
          <p:sp>
            <p:nvSpPr>
              <p:cNvPr id="75" name="Freeform 75"/>
              <p:cNvSpPr/>
              <p:nvPr/>
            </p:nvSpPr>
            <p:spPr>
              <a:xfrm>
                <a:off x="46037" y="49530"/>
                <a:ext cx="1298581" cy="1272677"/>
              </a:xfrm>
              <a:custGeom>
                <a:avLst/>
                <a:gdLst/>
                <a:ahLst/>
                <a:cxnLst/>
                <a:rect l="l" t="t" r="r" b="b"/>
                <a:pathLst>
                  <a:path w="1298581" h="1272677">
                    <a:moveTo>
                      <a:pt x="634683" y="1270"/>
                    </a:moveTo>
                    <a:cubicBezTo>
                      <a:pt x="931863" y="54610"/>
                      <a:pt x="994093" y="88900"/>
                      <a:pt x="1047433" y="129540"/>
                    </a:cubicBezTo>
                    <a:cubicBezTo>
                      <a:pt x="1102043" y="170180"/>
                      <a:pt x="1151573" y="223520"/>
                      <a:pt x="1189673" y="279400"/>
                    </a:cubicBezTo>
                    <a:cubicBezTo>
                      <a:pt x="1227773" y="335280"/>
                      <a:pt x="1258253" y="400050"/>
                      <a:pt x="1276033" y="466090"/>
                    </a:cubicBezTo>
                    <a:cubicBezTo>
                      <a:pt x="1293813" y="530860"/>
                      <a:pt x="1301433" y="603250"/>
                      <a:pt x="1297623" y="670560"/>
                    </a:cubicBezTo>
                    <a:cubicBezTo>
                      <a:pt x="1293813" y="737870"/>
                      <a:pt x="1278573" y="808990"/>
                      <a:pt x="1253173" y="871220"/>
                    </a:cubicBezTo>
                    <a:cubicBezTo>
                      <a:pt x="1229043" y="934720"/>
                      <a:pt x="1190943" y="996950"/>
                      <a:pt x="1147763" y="1047750"/>
                    </a:cubicBezTo>
                    <a:cubicBezTo>
                      <a:pt x="1103313" y="1099820"/>
                      <a:pt x="1048703" y="1146810"/>
                      <a:pt x="990283" y="1181100"/>
                    </a:cubicBezTo>
                    <a:cubicBezTo>
                      <a:pt x="933133" y="1216660"/>
                      <a:pt x="865823" y="1243330"/>
                      <a:pt x="799783" y="1257300"/>
                    </a:cubicBezTo>
                    <a:cubicBezTo>
                      <a:pt x="733743" y="1272540"/>
                      <a:pt x="661353" y="1276350"/>
                      <a:pt x="594043" y="1268730"/>
                    </a:cubicBezTo>
                    <a:cubicBezTo>
                      <a:pt x="526733" y="1261110"/>
                      <a:pt x="456883" y="1242060"/>
                      <a:pt x="395923" y="1214120"/>
                    </a:cubicBezTo>
                    <a:cubicBezTo>
                      <a:pt x="333693" y="1184910"/>
                      <a:pt x="274003" y="1144270"/>
                      <a:pt x="224473" y="1098550"/>
                    </a:cubicBezTo>
                    <a:cubicBezTo>
                      <a:pt x="176213" y="1051560"/>
                      <a:pt x="131763" y="994410"/>
                      <a:pt x="100013" y="934720"/>
                    </a:cubicBezTo>
                    <a:cubicBezTo>
                      <a:pt x="68263" y="873760"/>
                      <a:pt x="45403" y="806450"/>
                      <a:pt x="35243" y="739140"/>
                    </a:cubicBezTo>
                    <a:cubicBezTo>
                      <a:pt x="23813" y="671830"/>
                      <a:pt x="23813" y="599440"/>
                      <a:pt x="35243" y="533400"/>
                    </a:cubicBezTo>
                    <a:cubicBezTo>
                      <a:pt x="45403" y="466090"/>
                      <a:pt x="68263" y="397510"/>
                      <a:pt x="100013" y="337820"/>
                    </a:cubicBezTo>
                    <a:cubicBezTo>
                      <a:pt x="131763" y="278130"/>
                      <a:pt x="176213" y="220980"/>
                      <a:pt x="224473" y="173990"/>
                    </a:cubicBezTo>
                    <a:cubicBezTo>
                      <a:pt x="274003" y="127000"/>
                      <a:pt x="333693" y="86360"/>
                      <a:pt x="395923" y="58420"/>
                    </a:cubicBezTo>
                    <a:cubicBezTo>
                      <a:pt x="456883" y="30480"/>
                      <a:pt x="526733" y="11430"/>
                      <a:pt x="594043" y="3810"/>
                    </a:cubicBezTo>
                    <a:cubicBezTo>
                      <a:pt x="661353" y="-3810"/>
                      <a:pt x="733743" y="0"/>
                      <a:pt x="799783" y="15240"/>
                    </a:cubicBezTo>
                    <a:cubicBezTo>
                      <a:pt x="865823" y="29210"/>
                      <a:pt x="933133" y="55880"/>
                      <a:pt x="990283" y="91440"/>
                    </a:cubicBezTo>
                    <a:cubicBezTo>
                      <a:pt x="1048703" y="125730"/>
                      <a:pt x="1103313" y="172720"/>
                      <a:pt x="1147763" y="224790"/>
                    </a:cubicBezTo>
                    <a:cubicBezTo>
                      <a:pt x="1190943" y="275590"/>
                      <a:pt x="1229043" y="337820"/>
                      <a:pt x="1254443" y="401320"/>
                    </a:cubicBezTo>
                    <a:cubicBezTo>
                      <a:pt x="1278573" y="463550"/>
                      <a:pt x="1293813" y="534670"/>
                      <a:pt x="1297623" y="601980"/>
                    </a:cubicBezTo>
                    <a:cubicBezTo>
                      <a:pt x="1301433" y="669290"/>
                      <a:pt x="1293813" y="741680"/>
                      <a:pt x="1276033" y="806450"/>
                    </a:cubicBezTo>
                    <a:cubicBezTo>
                      <a:pt x="1256983" y="871220"/>
                      <a:pt x="1227773" y="937260"/>
                      <a:pt x="1189673" y="993140"/>
                    </a:cubicBezTo>
                    <a:cubicBezTo>
                      <a:pt x="1151573" y="1049020"/>
                      <a:pt x="1102043" y="1102360"/>
                      <a:pt x="1047433" y="1143000"/>
                    </a:cubicBezTo>
                    <a:cubicBezTo>
                      <a:pt x="994093" y="1183640"/>
                      <a:pt x="929323" y="1217930"/>
                      <a:pt x="865823" y="1239520"/>
                    </a:cubicBezTo>
                    <a:cubicBezTo>
                      <a:pt x="801053" y="1261110"/>
                      <a:pt x="728663" y="1271270"/>
                      <a:pt x="662623" y="1272540"/>
                    </a:cubicBezTo>
                    <a:cubicBezTo>
                      <a:pt x="601663" y="1273810"/>
                      <a:pt x="539433" y="1266190"/>
                      <a:pt x="483553" y="1253490"/>
                    </a:cubicBezTo>
                    <a:cubicBezTo>
                      <a:pt x="431483" y="1240790"/>
                      <a:pt x="384493" y="1221740"/>
                      <a:pt x="340043" y="1198880"/>
                    </a:cubicBezTo>
                    <a:cubicBezTo>
                      <a:pt x="295593" y="1174750"/>
                      <a:pt x="252413" y="1145540"/>
                      <a:pt x="214313" y="1111250"/>
                    </a:cubicBezTo>
                    <a:cubicBezTo>
                      <a:pt x="176213" y="1078230"/>
                      <a:pt x="140653" y="1038860"/>
                      <a:pt x="112713" y="996950"/>
                    </a:cubicBezTo>
                    <a:cubicBezTo>
                      <a:pt x="83503" y="955040"/>
                      <a:pt x="59373" y="909320"/>
                      <a:pt x="41593" y="861060"/>
                    </a:cubicBezTo>
                    <a:cubicBezTo>
                      <a:pt x="22543" y="814070"/>
                      <a:pt x="11113" y="763270"/>
                      <a:pt x="4763" y="712470"/>
                    </a:cubicBezTo>
                    <a:cubicBezTo>
                      <a:pt x="-1587" y="662940"/>
                      <a:pt x="-1587" y="609600"/>
                      <a:pt x="4763" y="560070"/>
                    </a:cubicBezTo>
                    <a:cubicBezTo>
                      <a:pt x="11113" y="509270"/>
                      <a:pt x="22543" y="458470"/>
                      <a:pt x="41593" y="410210"/>
                    </a:cubicBezTo>
                    <a:cubicBezTo>
                      <a:pt x="59373" y="363220"/>
                      <a:pt x="83503" y="316230"/>
                      <a:pt x="112713" y="275590"/>
                    </a:cubicBezTo>
                    <a:cubicBezTo>
                      <a:pt x="140653" y="233680"/>
                      <a:pt x="176213" y="194310"/>
                      <a:pt x="214313" y="160020"/>
                    </a:cubicBezTo>
                    <a:cubicBezTo>
                      <a:pt x="252413" y="127000"/>
                      <a:pt x="295593" y="96520"/>
                      <a:pt x="340043" y="73660"/>
                    </a:cubicBezTo>
                    <a:cubicBezTo>
                      <a:pt x="384493" y="49530"/>
                      <a:pt x="434023" y="31750"/>
                      <a:pt x="483553" y="19050"/>
                    </a:cubicBezTo>
                    <a:cubicBezTo>
                      <a:pt x="531813" y="7620"/>
                      <a:pt x="634683" y="1270"/>
                      <a:pt x="634683" y="127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6" name="Group 76"/>
            <p:cNvGrpSpPr/>
            <p:nvPr/>
          </p:nvGrpSpPr>
          <p:grpSpPr>
            <a:xfrm rot="0">
              <a:off x="8666480" y="1422400"/>
              <a:ext cx="1371600" cy="1372870"/>
              <a:chOff x="0" y="0"/>
              <a:chExt cx="1371600" cy="1372870"/>
            </a:xfrm>
          </p:grpSpPr>
          <p:sp>
            <p:nvSpPr>
              <p:cNvPr id="77" name="Freeform 77"/>
              <p:cNvSpPr/>
              <p:nvPr/>
            </p:nvSpPr>
            <p:spPr>
              <a:xfrm>
                <a:off x="47135" y="50800"/>
                <a:ext cx="1274623" cy="1271408"/>
              </a:xfrm>
              <a:custGeom>
                <a:avLst/>
                <a:gdLst/>
                <a:ahLst/>
                <a:cxnLst/>
                <a:rect l="l" t="t" r="r" b="b"/>
                <a:pathLst>
                  <a:path w="1274623" h="1271408">
                    <a:moveTo>
                      <a:pt x="639935" y="0"/>
                    </a:moveTo>
                    <a:cubicBezTo>
                      <a:pt x="906635" y="55880"/>
                      <a:pt x="970135" y="88900"/>
                      <a:pt x="1023475" y="129540"/>
                    </a:cubicBezTo>
                    <a:cubicBezTo>
                      <a:pt x="1078085" y="171450"/>
                      <a:pt x="1127615" y="223520"/>
                      <a:pt x="1165715" y="279400"/>
                    </a:cubicBezTo>
                    <a:cubicBezTo>
                      <a:pt x="1202545" y="335280"/>
                      <a:pt x="1233025" y="400050"/>
                      <a:pt x="1252075" y="466090"/>
                    </a:cubicBezTo>
                    <a:cubicBezTo>
                      <a:pt x="1269855" y="530860"/>
                      <a:pt x="1277475" y="603250"/>
                      <a:pt x="1273665" y="670560"/>
                    </a:cubicBezTo>
                    <a:cubicBezTo>
                      <a:pt x="1269855" y="737870"/>
                      <a:pt x="1254615" y="807720"/>
                      <a:pt x="1229215" y="871220"/>
                    </a:cubicBezTo>
                    <a:cubicBezTo>
                      <a:pt x="1203815" y="933450"/>
                      <a:pt x="1166985" y="995680"/>
                      <a:pt x="1123805" y="1046480"/>
                    </a:cubicBezTo>
                    <a:cubicBezTo>
                      <a:pt x="1079355" y="1098550"/>
                      <a:pt x="1024745" y="1145540"/>
                      <a:pt x="966325" y="1179830"/>
                    </a:cubicBezTo>
                    <a:cubicBezTo>
                      <a:pt x="909175" y="1215390"/>
                      <a:pt x="841865" y="1242060"/>
                      <a:pt x="775825" y="1256030"/>
                    </a:cubicBezTo>
                    <a:cubicBezTo>
                      <a:pt x="709785" y="1271270"/>
                      <a:pt x="637395" y="1275080"/>
                      <a:pt x="570085" y="1267460"/>
                    </a:cubicBezTo>
                    <a:cubicBezTo>
                      <a:pt x="504045" y="1259840"/>
                      <a:pt x="434195" y="1240790"/>
                      <a:pt x="371965" y="1212850"/>
                    </a:cubicBezTo>
                    <a:cubicBezTo>
                      <a:pt x="311005" y="1183640"/>
                      <a:pt x="251315" y="1143000"/>
                      <a:pt x="203055" y="1097280"/>
                    </a:cubicBezTo>
                    <a:cubicBezTo>
                      <a:pt x="153525" y="1050290"/>
                      <a:pt x="110345" y="993140"/>
                      <a:pt x="78595" y="933450"/>
                    </a:cubicBezTo>
                    <a:cubicBezTo>
                      <a:pt x="46845" y="873760"/>
                      <a:pt x="23985" y="805180"/>
                      <a:pt x="12555" y="737870"/>
                    </a:cubicBezTo>
                    <a:cubicBezTo>
                      <a:pt x="1125" y="671830"/>
                      <a:pt x="1125" y="599440"/>
                      <a:pt x="12555" y="53340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20980"/>
                      <a:pt x="203055" y="173990"/>
                    </a:cubicBezTo>
                    <a:cubicBezTo>
                      <a:pt x="251315" y="128270"/>
                      <a:pt x="311005" y="87630"/>
                      <a:pt x="373235" y="5969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2540"/>
                      <a:pt x="709785" y="1270"/>
                      <a:pt x="775825" y="15240"/>
                    </a:cubicBezTo>
                    <a:cubicBezTo>
                      <a:pt x="841865" y="30480"/>
                      <a:pt x="909175" y="57150"/>
                      <a:pt x="967595" y="91440"/>
                    </a:cubicBezTo>
                    <a:cubicBezTo>
                      <a:pt x="1024745" y="127000"/>
                      <a:pt x="1079355" y="172720"/>
                      <a:pt x="1123805" y="224790"/>
                    </a:cubicBezTo>
                    <a:cubicBezTo>
                      <a:pt x="1166985" y="275590"/>
                      <a:pt x="1205085" y="337820"/>
                      <a:pt x="1229215" y="401320"/>
                    </a:cubicBezTo>
                    <a:cubicBezTo>
                      <a:pt x="1254615" y="463550"/>
                      <a:pt x="1269855" y="533400"/>
                      <a:pt x="1273665" y="601980"/>
                    </a:cubicBezTo>
                    <a:cubicBezTo>
                      <a:pt x="1277475" y="669290"/>
                      <a:pt x="1269855" y="740410"/>
                      <a:pt x="1250805" y="806450"/>
                    </a:cubicBezTo>
                    <a:cubicBezTo>
                      <a:pt x="1233025" y="87122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101090"/>
                      <a:pt x="1023475" y="1141730"/>
                    </a:cubicBezTo>
                    <a:cubicBezTo>
                      <a:pt x="970135" y="1182370"/>
                      <a:pt x="906635" y="1216660"/>
                      <a:pt x="841865" y="1238250"/>
                    </a:cubicBezTo>
                    <a:cubicBezTo>
                      <a:pt x="778365" y="1259840"/>
                      <a:pt x="702165" y="1270000"/>
                      <a:pt x="639935" y="1271270"/>
                    </a:cubicBezTo>
                    <a:cubicBezTo>
                      <a:pt x="585325" y="1272540"/>
                      <a:pt x="537065" y="1264920"/>
                      <a:pt x="487535" y="1253490"/>
                    </a:cubicBezTo>
                    <a:cubicBezTo>
                      <a:pt x="438005" y="1242060"/>
                      <a:pt x="388475" y="1223010"/>
                      <a:pt x="344025" y="1200150"/>
                    </a:cubicBezTo>
                    <a:cubicBezTo>
                      <a:pt x="298305" y="1177290"/>
                      <a:pt x="255125" y="1148080"/>
                      <a:pt x="217025" y="1113790"/>
                    </a:cubicBezTo>
                    <a:cubicBezTo>
                      <a:pt x="178925" y="1080770"/>
                      <a:pt x="143365" y="1041400"/>
                      <a:pt x="114155" y="1000760"/>
                    </a:cubicBezTo>
                    <a:cubicBezTo>
                      <a:pt x="84945" y="958850"/>
                      <a:pt x="60815" y="911860"/>
                      <a:pt x="43035" y="864870"/>
                    </a:cubicBezTo>
                    <a:cubicBezTo>
                      <a:pt x="23985" y="817880"/>
                      <a:pt x="11285" y="767080"/>
                      <a:pt x="4935" y="716280"/>
                    </a:cubicBezTo>
                    <a:cubicBezTo>
                      <a:pt x="-1415" y="666750"/>
                      <a:pt x="-1415" y="613410"/>
                      <a:pt x="3665" y="563880"/>
                    </a:cubicBezTo>
                    <a:cubicBezTo>
                      <a:pt x="10015" y="513080"/>
                      <a:pt x="21445" y="46228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3830"/>
                    </a:cubicBezTo>
                    <a:cubicBezTo>
                      <a:pt x="247505" y="129540"/>
                      <a:pt x="290685" y="99060"/>
                      <a:pt x="335135" y="74930"/>
                    </a:cubicBezTo>
                    <a:cubicBezTo>
                      <a:pt x="380855" y="52070"/>
                      <a:pt x="429115" y="33020"/>
                      <a:pt x="478645" y="20320"/>
                    </a:cubicBezTo>
                    <a:cubicBezTo>
                      <a:pt x="528175" y="762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78" name="Group 78"/>
            <p:cNvGrpSpPr/>
            <p:nvPr/>
          </p:nvGrpSpPr>
          <p:grpSpPr>
            <a:xfrm rot="0">
              <a:off x="8780780" y="1361440"/>
              <a:ext cx="1360170" cy="1360170"/>
              <a:chOff x="0" y="0"/>
              <a:chExt cx="1360170" cy="1360170"/>
            </a:xfrm>
          </p:grpSpPr>
          <p:sp>
            <p:nvSpPr>
              <p:cNvPr id="79" name="Freeform 79"/>
              <p:cNvSpPr/>
              <p:nvPr/>
            </p:nvSpPr>
            <p:spPr>
              <a:xfrm>
                <a:off x="50033" y="40910"/>
                <a:ext cx="1241557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9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3220"/>
                      <a:pt x="695457" y="127354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3017" y="1127490"/>
                      <a:pt x="143007" y="1047480"/>
                      <a:pt x="92207" y="962390"/>
                    </a:cubicBezTo>
                    <a:cubicBezTo>
                      <a:pt x="4140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146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0" name="Group 80"/>
            <p:cNvGrpSpPr/>
            <p:nvPr/>
          </p:nvGrpSpPr>
          <p:grpSpPr>
            <a:xfrm rot="0">
              <a:off x="8919210" y="1327150"/>
              <a:ext cx="1383030" cy="1374140"/>
              <a:chOff x="0" y="0"/>
              <a:chExt cx="1383030" cy="1374140"/>
            </a:xfrm>
          </p:grpSpPr>
          <p:sp>
            <p:nvSpPr>
              <p:cNvPr id="81" name="Freeform 81"/>
              <p:cNvSpPr/>
              <p:nvPr/>
            </p:nvSpPr>
            <p:spPr>
              <a:xfrm>
                <a:off x="47260" y="50800"/>
                <a:ext cx="1284659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4659" h="1271826">
                    <a:moveTo>
                      <a:pt x="648700" y="0"/>
                    </a:moveTo>
                    <a:cubicBezTo>
                      <a:pt x="916670" y="54610"/>
                      <a:pt x="980170" y="88900"/>
                      <a:pt x="1033510" y="129540"/>
                    </a:cubicBezTo>
                    <a:cubicBezTo>
                      <a:pt x="1088120" y="170180"/>
                      <a:pt x="1137650" y="223520"/>
                      <a:pt x="1175750" y="279400"/>
                    </a:cubicBezTo>
                    <a:cubicBezTo>
                      <a:pt x="1212580" y="335280"/>
                      <a:pt x="1243060" y="400050"/>
                      <a:pt x="1262110" y="466090"/>
                    </a:cubicBezTo>
                    <a:cubicBezTo>
                      <a:pt x="1279890" y="530860"/>
                      <a:pt x="1287510" y="603250"/>
                      <a:pt x="1283700" y="670560"/>
                    </a:cubicBezTo>
                    <a:cubicBezTo>
                      <a:pt x="1279890" y="737870"/>
                      <a:pt x="1264650" y="807720"/>
                      <a:pt x="1239250" y="871220"/>
                    </a:cubicBezTo>
                    <a:cubicBezTo>
                      <a:pt x="1213850" y="933450"/>
                      <a:pt x="1177020" y="995680"/>
                      <a:pt x="1133840" y="1047750"/>
                    </a:cubicBezTo>
                    <a:cubicBezTo>
                      <a:pt x="1089390" y="1098550"/>
                      <a:pt x="1034780" y="1145540"/>
                      <a:pt x="976360" y="1181100"/>
                    </a:cubicBezTo>
                    <a:cubicBezTo>
                      <a:pt x="919210" y="1215390"/>
                      <a:pt x="851900" y="1242060"/>
                      <a:pt x="785860" y="1257300"/>
                    </a:cubicBezTo>
                    <a:cubicBezTo>
                      <a:pt x="719820" y="1271270"/>
                      <a:pt x="647430" y="1275080"/>
                      <a:pt x="580120" y="1267460"/>
                    </a:cubicBezTo>
                    <a:cubicBezTo>
                      <a:pt x="512810" y="1261110"/>
                      <a:pt x="442960" y="1240790"/>
                      <a:pt x="382000" y="1212850"/>
                    </a:cubicBezTo>
                    <a:cubicBezTo>
                      <a:pt x="321040" y="1184910"/>
                      <a:pt x="261350" y="1144270"/>
                      <a:pt x="211820" y="1097280"/>
                    </a:cubicBezTo>
                    <a:cubicBezTo>
                      <a:pt x="162290" y="1050290"/>
                      <a:pt x="119110" y="993140"/>
                      <a:pt x="87360" y="933450"/>
                    </a:cubicBezTo>
                    <a:cubicBezTo>
                      <a:pt x="55610" y="873760"/>
                      <a:pt x="32750" y="805180"/>
                      <a:pt x="21320" y="739140"/>
                    </a:cubicBezTo>
                    <a:cubicBezTo>
                      <a:pt x="11160" y="671830"/>
                      <a:pt x="11160" y="599440"/>
                      <a:pt x="21320" y="533400"/>
                    </a:cubicBezTo>
                    <a:cubicBezTo>
                      <a:pt x="32750" y="466090"/>
                      <a:pt x="55610" y="397510"/>
                      <a:pt x="87360" y="337820"/>
                    </a:cubicBezTo>
                    <a:cubicBezTo>
                      <a:pt x="119110" y="278130"/>
                      <a:pt x="162290" y="220980"/>
                      <a:pt x="211820" y="173990"/>
                    </a:cubicBezTo>
                    <a:cubicBezTo>
                      <a:pt x="261350" y="128270"/>
                      <a:pt x="321040" y="87630"/>
                      <a:pt x="382000" y="58420"/>
                    </a:cubicBezTo>
                    <a:cubicBezTo>
                      <a:pt x="444230" y="30480"/>
                      <a:pt x="512810" y="11430"/>
                      <a:pt x="580120" y="3810"/>
                    </a:cubicBezTo>
                    <a:cubicBezTo>
                      <a:pt x="647430" y="-3810"/>
                      <a:pt x="719820" y="0"/>
                      <a:pt x="785860" y="15240"/>
                    </a:cubicBezTo>
                    <a:cubicBezTo>
                      <a:pt x="851900" y="29210"/>
                      <a:pt x="919210" y="55880"/>
                      <a:pt x="976360" y="91440"/>
                    </a:cubicBezTo>
                    <a:cubicBezTo>
                      <a:pt x="1034780" y="125730"/>
                      <a:pt x="1089390" y="172720"/>
                      <a:pt x="1133840" y="224790"/>
                    </a:cubicBezTo>
                    <a:cubicBezTo>
                      <a:pt x="1177020" y="275590"/>
                      <a:pt x="1215120" y="337820"/>
                      <a:pt x="1239250" y="401320"/>
                    </a:cubicBezTo>
                    <a:cubicBezTo>
                      <a:pt x="1264650" y="463550"/>
                      <a:pt x="1279890" y="534670"/>
                      <a:pt x="1283700" y="601980"/>
                    </a:cubicBezTo>
                    <a:cubicBezTo>
                      <a:pt x="1287510" y="669290"/>
                      <a:pt x="1279890" y="740410"/>
                      <a:pt x="1262110" y="806450"/>
                    </a:cubicBezTo>
                    <a:cubicBezTo>
                      <a:pt x="1243060" y="871220"/>
                      <a:pt x="1212580" y="937260"/>
                      <a:pt x="1174480" y="993140"/>
                    </a:cubicBezTo>
                    <a:cubicBezTo>
                      <a:pt x="1137650" y="1049020"/>
                      <a:pt x="1086850" y="1101090"/>
                      <a:pt x="1033510" y="1141730"/>
                    </a:cubicBezTo>
                    <a:cubicBezTo>
                      <a:pt x="980170" y="1182370"/>
                      <a:pt x="915400" y="1216660"/>
                      <a:pt x="851900" y="1238250"/>
                    </a:cubicBezTo>
                    <a:cubicBezTo>
                      <a:pt x="787130" y="1259840"/>
                      <a:pt x="712200" y="1270000"/>
                      <a:pt x="648700" y="1271270"/>
                    </a:cubicBezTo>
                    <a:cubicBezTo>
                      <a:pt x="594090" y="1273810"/>
                      <a:pt x="545830" y="1267460"/>
                      <a:pt x="496300" y="1256030"/>
                    </a:cubicBezTo>
                    <a:cubicBezTo>
                      <a:pt x="446770" y="1244600"/>
                      <a:pt x="397240" y="1228090"/>
                      <a:pt x="351520" y="1205230"/>
                    </a:cubicBezTo>
                    <a:cubicBezTo>
                      <a:pt x="307070" y="1182370"/>
                      <a:pt x="262620" y="1153160"/>
                      <a:pt x="224520" y="1120140"/>
                    </a:cubicBezTo>
                    <a:cubicBezTo>
                      <a:pt x="185150" y="1087120"/>
                      <a:pt x="149590" y="1049020"/>
                      <a:pt x="120380" y="1008380"/>
                    </a:cubicBezTo>
                    <a:cubicBezTo>
                      <a:pt x="89900" y="966470"/>
                      <a:pt x="64500" y="920750"/>
                      <a:pt x="45450" y="873760"/>
                    </a:cubicBezTo>
                    <a:cubicBezTo>
                      <a:pt x="26400" y="826770"/>
                      <a:pt x="13700" y="775970"/>
                      <a:pt x="6080" y="725170"/>
                    </a:cubicBezTo>
                    <a:cubicBezTo>
                      <a:pt x="-1540" y="675640"/>
                      <a:pt x="-1540" y="623570"/>
                      <a:pt x="3540" y="572770"/>
                    </a:cubicBezTo>
                    <a:cubicBezTo>
                      <a:pt x="7350" y="521970"/>
                      <a:pt x="20050" y="471170"/>
                      <a:pt x="36560" y="422910"/>
                    </a:cubicBezTo>
                    <a:cubicBezTo>
                      <a:pt x="53070" y="374650"/>
                      <a:pt x="77200" y="327660"/>
                      <a:pt x="105140" y="285750"/>
                    </a:cubicBezTo>
                    <a:cubicBezTo>
                      <a:pt x="133080" y="243840"/>
                      <a:pt x="167370" y="203200"/>
                      <a:pt x="204200" y="168910"/>
                    </a:cubicBezTo>
                    <a:cubicBezTo>
                      <a:pt x="241030" y="134620"/>
                      <a:pt x="284210" y="104140"/>
                      <a:pt x="328660" y="78740"/>
                    </a:cubicBezTo>
                    <a:cubicBezTo>
                      <a:pt x="373110" y="54610"/>
                      <a:pt x="421370" y="35560"/>
                      <a:pt x="470900" y="21590"/>
                    </a:cubicBezTo>
                    <a:cubicBezTo>
                      <a:pt x="519160" y="8890"/>
                      <a:pt x="622030" y="0"/>
                      <a:pt x="62203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2" name="Group 82"/>
            <p:cNvGrpSpPr/>
            <p:nvPr/>
          </p:nvGrpSpPr>
          <p:grpSpPr>
            <a:xfrm rot="0">
              <a:off x="9304020" y="1404620"/>
              <a:ext cx="1385570" cy="1380490"/>
              <a:chOff x="0" y="0"/>
              <a:chExt cx="1385570" cy="1380490"/>
            </a:xfrm>
          </p:grpSpPr>
          <p:sp>
            <p:nvSpPr>
              <p:cNvPr id="83" name="Freeform 83"/>
              <p:cNvSpPr/>
              <p:nvPr/>
            </p:nvSpPr>
            <p:spPr>
              <a:xfrm>
                <a:off x="47665" y="50800"/>
                <a:ext cx="1288990" cy="1280598"/>
              </a:xfrm>
              <a:custGeom>
                <a:avLst/>
                <a:gdLst/>
                <a:ahLst/>
                <a:cxnLst/>
                <a:rect l="l" t="t" r="r" b="b"/>
                <a:pathLst>
                  <a:path w="1288990" h="1280598">
                    <a:moveTo>
                      <a:pt x="920075" y="67310"/>
                    </a:moveTo>
                    <a:cubicBezTo>
                      <a:pt x="1153755" y="245110"/>
                      <a:pt x="1194395" y="303530"/>
                      <a:pt x="1223605" y="363220"/>
                    </a:cubicBezTo>
                    <a:cubicBezTo>
                      <a:pt x="1254085" y="424180"/>
                      <a:pt x="1274405" y="494030"/>
                      <a:pt x="1283295" y="561340"/>
                    </a:cubicBezTo>
                    <a:cubicBezTo>
                      <a:pt x="1292185" y="627380"/>
                      <a:pt x="1290915" y="699770"/>
                      <a:pt x="1276945" y="767080"/>
                    </a:cubicBezTo>
                    <a:cubicBezTo>
                      <a:pt x="1264245" y="833120"/>
                      <a:pt x="1238845" y="900430"/>
                      <a:pt x="1205825" y="958850"/>
                    </a:cubicBezTo>
                    <a:cubicBezTo>
                      <a:pt x="1172805" y="1018540"/>
                      <a:pt x="1127085" y="1074420"/>
                      <a:pt x="1076285" y="1118870"/>
                    </a:cubicBezTo>
                    <a:cubicBezTo>
                      <a:pt x="1025485" y="1164590"/>
                      <a:pt x="964525" y="1202690"/>
                      <a:pt x="902295" y="1229360"/>
                    </a:cubicBezTo>
                    <a:cubicBezTo>
                      <a:pt x="840065" y="1256030"/>
                      <a:pt x="770215" y="1273810"/>
                      <a:pt x="702905" y="1278890"/>
                    </a:cubicBezTo>
                    <a:cubicBezTo>
                      <a:pt x="635595" y="1283970"/>
                      <a:pt x="563205" y="1277620"/>
                      <a:pt x="497165" y="1261110"/>
                    </a:cubicBezTo>
                    <a:cubicBezTo>
                      <a:pt x="432395" y="1244600"/>
                      <a:pt x="366355" y="1215390"/>
                      <a:pt x="309205" y="1179830"/>
                    </a:cubicBezTo>
                    <a:cubicBezTo>
                      <a:pt x="252055" y="1143000"/>
                      <a:pt x="198715" y="1094740"/>
                      <a:pt x="156805" y="1041400"/>
                    </a:cubicBezTo>
                    <a:cubicBezTo>
                      <a:pt x="113625" y="988060"/>
                      <a:pt x="79335" y="925830"/>
                      <a:pt x="55205" y="862330"/>
                    </a:cubicBezTo>
                    <a:cubicBezTo>
                      <a:pt x="32345" y="798830"/>
                      <a:pt x="19645" y="727710"/>
                      <a:pt x="17105" y="659130"/>
                    </a:cubicBezTo>
                    <a:cubicBezTo>
                      <a:pt x="15835" y="591820"/>
                      <a:pt x="25995" y="520700"/>
                      <a:pt x="46315" y="455930"/>
                    </a:cubicBezTo>
                    <a:cubicBezTo>
                      <a:pt x="66635" y="391160"/>
                      <a:pt x="98385" y="326390"/>
                      <a:pt x="137755" y="271780"/>
                    </a:cubicBezTo>
                    <a:cubicBezTo>
                      <a:pt x="177125" y="217170"/>
                      <a:pt x="229195" y="166370"/>
                      <a:pt x="283805" y="127000"/>
                    </a:cubicBezTo>
                    <a:cubicBezTo>
                      <a:pt x="339685" y="87630"/>
                      <a:pt x="404455" y="55880"/>
                      <a:pt x="469225" y="35560"/>
                    </a:cubicBezTo>
                    <a:cubicBezTo>
                      <a:pt x="533995" y="16510"/>
                      <a:pt x="605115" y="6350"/>
                      <a:pt x="672425" y="8890"/>
                    </a:cubicBezTo>
                    <a:cubicBezTo>
                      <a:pt x="739735" y="11430"/>
                      <a:pt x="810855" y="25400"/>
                      <a:pt x="874355" y="48260"/>
                    </a:cubicBezTo>
                    <a:cubicBezTo>
                      <a:pt x="937855" y="72390"/>
                      <a:pt x="1001355" y="107950"/>
                      <a:pt x="1053425" y="149860"/>
                    </a:cubicBezTo>
                    <a:cubicBezTo>
                      <a:pt x="1105495" y="193040"/>
                      <a:pt x="1153755" y="246380"/>
                      <a:pt x="1190585" y="303530"/>
                    </a:cubicBezTo>
                    <a:cubicBezTo>
                      <a:pt x="1226145" y="360680"/>
                      <a:pt x="1255355" y="427990"/>
                      <a:pt x="1270595" y="492760"/>
                    </a:cubicBezTo>
                    <a:cubicBezTo>
                      <a:pt x="1287105" y="558800"/>
                      <a:pt x="1292185" y="631190"/>
                      <a:pt x="1287105" y="698500"/>
                    </a:cubicBezTo>
                    <a:cubicBezTo>
                      <a:pt x="1280755" y="765810"/>
                      <a:pt x="1264245" y="835660"/>
                      <a:pt x="1236305" y="897890"/>
                    </a:cubicBezTo>
                    <a:cubicBezTo>
                      <a:pt x="1209635" y="960120"/>
                      <a:pt x="1170265" y="1021080"/>
                      <a:pt x="1125815" y="1070610"/>
                    </a:cubicBezTo>
                    <a:cubicBezTo>
                      <a:pt x="1080095" y="1121410"/>
                      <a:pt x="1022945" y="1165860"/>
                      <a:pt x="964525" y="1198880"/>
                    </a:cubicBezTo>
                    <a:cubicBezTo>
                      <a:pt x="904835" y="1231900"/>
                      <a:pt x="837525" y="1257300"/>
                      <a:pt x="771485" y="1270000"/>
                    </a:cubicBezTo>
                    <a:cubicBezTo>
                      <a:pt x="704175" y="1282700"/>
                      <a:pt x="631785" y="1283970"/>
                      <a:pt x="565745" y="1273810"/>
                    </a:cubicBezTo>
                    <a:cubicBezTo>
                      <a:pt x="498435" y="1264920"/>
                      <a:pt x="427315" y="1240790"/>
                      <a:pt x="368895" y="1212850"/>
                    </a:cubicBezTo>
                    <a:cubicBezTo>
                      <a:pt x="314285" y="1188720"/>
                      <a:pt x="266025" y="1155700"/>
                      <a:pt x="224115" y="1118870"/>
                    </a:cubicBezTo>
                    <a:cubicBezTo>
                      <a:pt x="183475" y="1085850"/>
                      <a:pt x="149185" y="1047750"/>
                      <a:pt x="119975" y="1007110"/>
                    </a:cubicBezTo>
                    <a:cubicBezTo>
                      <a:pt x="89495" y="965200"/>
                      <a:pt x="65365" y="919480"/>
                      <a:pt x="46315" y="872490"/>
                    </a:cubicBezTo>
                    <a:cubicBezTo>
                      <a:pt x="27265" y="825500"/>
                      <a:pt x="13295" y="774700"/>
                      <a:pt x="5675" y="725170"/>
                    </a:cubicBezTo>
                    <a:cubicBezTo>
                      <a:pt x="-675" y="674370"/>
                      <a:pt x="-1945" y="622300"/>
                      <a:pt x="3135" y="571500"/>
                    </a:cubicBezTo>
                    <a:cubicBezTo>
                      <a:pt x="8215" y="520700"/>
                      <a:pt x="19645" y="469900"/>
                      <a:pt x="37425" y="421640"/>
                    </a:cubicBezTo>
                    <a:cubicBezTo>
                      <a:pt x="53935" y="374650"/>
                      <a:pt x="78065" y="327660"/>
                      <a:pt x="106005" y="284480"/>
                    </a:cubicBezTo>
                    <a:cubicBezTo>
                      <a:pt x="133945" y="242570"/>
                      <a:pt x="166965" y="203200"/>
                      <a:pt x="205065" y="168910"/>
                    </a:cubicBezTo>
                    <a:cubicBezTo>
                      <a:pt x="241895" y="134620"/>
                      <a:pt x="285075" y="102870"/>
                      <a:pt x="329525" y="78740"/>
                    </a:cubicBezTo>
                    <a:cubicBezTo>
                      <a:pt x="373975" y="54610"/>
                      <a:pt x="422235" y="34290"/>
                      <a:pt x="471765" y="21590"/>
                    </a:cubicBezTo>
                    <a:cubicBezTo>
                      <a:pt x="520025" y="8890"/>
                      <a:pt x="572095" y="1270"/>
                      <a:pt x="622895" y="0"/>
                    </a:cubicBezTo>
                    <a:cubicBezTo>
                      <a:pt x="673695" y="0"/>
                      <a:pt x="725765" y="5080"/>
                      <a:pt x="775295" y="15240"/>
                    </a:cubicBezTo>
                    <a:cubicBezTo>
                      <a:pt x="824825" y="26670"/>
                      <a:pt x="920075" y="67310"/>
                      <a:pt x="920075" y="6731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4" name="Group 84"/>
            <p:cNvGrpSpPr/>
            <p:nvPr/>
          </p:nvGrpSpPr>
          <p:grpSpPr>
            <a:xfrm rot="0">
              <a:off x="9608820" y="1668260"/>
              <a:ext cx="1371600" cy="1372870"/>
              <a:chOff x="0" y="0"/>
              <a:chExt cx="1371600" cy="1372870"/>
            </a:xfrm>
          </p:grpSpPr>
          <p:sp>
            <p:nvSpPr>
              <p:cNvPr id="85" name="Freeform 85"/>
              <p:cNvSpPr/>
              <p:nvPr/>
            </p:nvSpPr>
            <p:spPr>
              <a:xfrm>
                <a:off x="46185" y="50800"/>
                <a:ext cx="1275485" cy="1270160"/>
              </a:xfrm>
              <a:custGeom>
                <a:avLst/>
                <a:gdLst/>
                <a:ahLst/>
                <a:cxnLst/>
                <a:rect l="l" t="t" r="r" b="b"/>
                <a:pathLst>
                  <a:path w="1275485" h="1270160">
                    <a:moveTo>
                      <a:pt x="639615" y="0"/>
                    </a:moveTo>
                    <a:cubicBezTo>
                      <a:pt x="906315" y="54610"/>
                      <a:pt x="971085" y="88900"/>
                      <a:pt x="1024425" y="129540"/>
                    </a:cubicBezTo>
                    <a:cubicBezTo>
                      <a:pt x="1077765" y="170180"/>
                      <a:pt x="1127295" y="222250"/>
                      <a:pt x="1165395" y="279400"/>
                    </a:cubicBezTo>
                    <a:cubicBezTo>
                      <a:pt x="1203495" y="335280"/>
                      <a:pt x="1233975" y="400050"/>
                      <a:pt x="1251755" y="464820"/>
                    </a:cubicBezTo>
                    <a:cubicBezTo>
                      <a:pt x="1269535" y="530860"/>
                      <a:pt x="1278425" y="601980"/>
                      <a:pt x="1274615" y="669290"/>
                    </a:cubicBezTo>
                    <a:cubicBezTo>
                      <a:pt x="1270805" y="737870"/>
                      <a:pt x="1255565" y="807720"/>
                      <a:pt x="1230165" y="869950"/>
                    </a:cubicBezTo>
                    <a:cubicBezTo>
                      <a:pt x="1204765" y="933450"/>
                      <a:pt x="1167935" y="995680"/>
                      <a:pt x="1123485" y="1046480"/>
                    </a:cubicBezTo>
                    <a:cubicBezTo>
                      <a:pt x="1080305" y="1098550"/>
                      <a:pt x="1025695" y="1144270"/>
                      <a:pt x="967275" y="1179830"/>
                    </a:cubicBezTo>
                    <a:cubicBezTo>
                      <a:pt x="908855" y="1214120"/>
                      <a:pt x="842815" y="1240790"/>
                      <a:pt x="776775" y="1256030"/>
                    </a:cubicBezTo>
                    <a:cubicBezTo>
                      <a:pt x="710735" y="1270000"/>
                      <a:pt x="638345" y="1273810"/>
                      <a:pt x="571035" y="1266190"/>
                    </a:cubicBezTo>
                    <a:cubicBezTo>
                      <a:pt x="503725" y="1259840"/>
                      <a:pt x="433875" y="1240790"/>
                      <a:pt x="372915" y="1211580"/>
                    </a:cubicBezTo>
                    <a:cubicBezTo>
                      <a:pt x="311955" y="1183640"/>
                      <a:pt x="252265" y="1143000"/>
                      <a:pt x="202735" y="1096010"/>
                    </a:cubicBezTo>
                    <a:cubicBezTo>
                      <a:pt x="154475" y="1050290"/>
                      <a:pt x="110025" y="993140"/>
                      <a:pt x="78275" y="932180"/>
                    </a:cubicBezTo>
                    <a:cubicBezTo>
                      <a:pt x="46525" y="872490"/>
                      <a:pt x="23665" y="805180"/>
                      <a:pt x="13505" y="737870"/>
                    </a:cubicBezTo>
                    <a:cubicBezTo>
                      <a:pt x="2075" y="671830"/>
                      <a:pt x="2075" y="599440"/>
                      <a:pt x="13505" y="532130"/>
                    </a:cubicBezTo>
                    <a:cubicBezTo>
                      <a:pt x="23665" y="466090"/>
                      <a:pt x="46525" y="397510"/>
                      <a:pt x="78275" y="337820"/>
                    </a:cubicBezTo>
                    <a:cubicBezTo>
                      <a:pt x="110025" y="278130"/>
                      <a:pt x="154475" y="220980"/>
                      <a:pt x="202735" y="173990"/>
                    </a:cubicBezTo>
                    <a:cubicBezTo>
                      <a:pt x="252265" y="127000"/>
                      <a:pt x="311955" y="87630"/>
                      <a:pt x="372915" y="58420"/>
                    </a:cubicBezTo>
                    <a:cubicBezTo>
                      <a:pt x="435145" y="30480"/>
                      <a:pt x="503725" y="11430"/>
                      <a:pt x="571035" y="3810"/>
                    </a:cubicBezTo>
                    <a:cubicBezTo>
                      <a:pt x="638345" y="-3810"/>
                      <a:pt x="710735" y="0"/>
                      <a:pt x="776775" y="15240"/>
                    </a:cubicBezTo>
                    <a:cubicBezTo>
                      <a:pt x="842815" y="29210"/>
                      <a:pt x="910125" y="55880"/>
                      <a:pt x="967275" y="91440"/>
                    </a:cubicBezTo>
                    <a:cubicBezTo>
                      <a:pt x="1025695" y="125730"/>
                      <a:pt x="1080305" y="172720"/>
                      <a:pt x="1123485" y="224790"/>
                    </a:cubicBezTo>
                    <a:cubicBezTo>
                      <a:pt x="1167935" y="275590"/>
                      <a:pt x="1204765" y="337820"/>
                      <a:pt x="1230165" y="400050"/>
                    </a:cubicBezTo>
                    <a:cubicBezTo>
                      <a:pt x="1255565" y="463550"/>
                      <a:pt x="1270805" y="533400"/>
                      <a:pt x="1274615" y="600710"/>
                    </a:cubicBezTo>
                    <a:cubicBezTo>
                      <a:pt x="1278425" y="668020"/>
                      <a:pt x="1269535" y="740410"/>
                      <a:pt x="1251755" y="805180"/>
                    </a:cubicBezTo>
                    <a:cubicBezTo>
                      <a:pt x="1233975" y="869950"/>
                      <a:pt x="1203495" y="935990"/>
                      <a:pt x="1165395" y="991870"/>
                    </a:cubicBezTo>
                    <a:cubicBezTo>
                      <a:pt x="1127295" y="1047750"/>
                      <a:pt x="1077765" y="1099820"/>
                      <a:pt x="1024425" y="1141730"/>
                    </a:cubicBezTo>
                    <a:cubicBezTo>
                      <a:pt x="969815" y="1182370"/>
                      <a:pt x="906315" y="1215390"/>
                      <a:pt x="842815" y="1236980"/>
                    </a:cubicBezTo>
                    <a:cubicBezTo>
                      <a:pt x="778045" y="1258570"/>
                      <a:pt x="703115" y="1268730"/>
                      <a:pt x="639615" y="1270000"/>
                    </a:cubicBezTo>
                    <a:cubicBezTo>
                      <a:pt x="585005" y="1271270"/>
                      <a:pt x="536745" y="1264920"/>
                      <a:pt x="487215" y="1253490"/>
                    </a:cubicBezTo>
                    <a:cubicBezTo>
                      <a:pt x="438955" y="1240790"/>
                      <a:pt x="389425" y="1223010"/>
                      <a:pt x="343705" y="1200150"/>
                    </a:cubicBezTo>
                    <a:cubicBezTo>
                      <a:pt x="299255" y="1176020"/>
                      <a:pt x="256075" y="1146810"/>
                      <a:pt x="217975" y="1113790"/>
                    </a:cubicBezTo>
                    <a:cubicBezTo>
                      <a:pt x="179875" y="1080770"/>
                      <a:pt x="144315" y="1041400"/>
                      <a:pt x="115105" y="999490"/>
                    </a:cubicBezTo>
                    <a:cubicBezTo>
                      <a:pt x="85895" y="958850"/>
                      <a:pt x="61765" y="911860"/>
                      <a:pt x="42715" y="864870"/>
                    </a:cubicBezTo>
                    <a:cubicBezTo>
                      <a:pt x="24935" y="817880"/>
                      <a:pt x="12235" y="767080"/>
                      <a:pt x="5885" y="716280"/>
                    </a:cubicBezTo>
                    <a:cubicBezTo>
                      <a:pt x="-1735" y="665480"/>
                      <a:pt x="-1735" y="613410"/>
                      <a:pt x="4615" y="562610"/>
                    </a:cubicBezTo>
                    <a:cubicBezTo>
                      <a:pt x="9695" y="513080"/>
                      <a:pt x="22395" y="462280"/>
                      <a:pt x="40175" y="414020"/>
                    </a:cubicBezTo>
                    <a:cubicBezTo>
                      <a:pt x="57955" y="367030"/>
                      <a:pt x="82085" y="320040"/>
                      <a:pt x="110025" y="278130"/>
                    </a:cubicBezTo>
                    <a:cubicBezTo>
                      <a:pt x="137965" y="236220"/>
                      <a:pt x="173525" y="196850"/>
                      <a:pt x="210355" y="162560"/>
                    </a:cubicBezTo>
                    <a:cubicBezTo>
                      <a:pt x="248455" y="129540"/>
                      <a:pt x="291635" y="99060"/>
                      <a:pt x="336085" y="74930"/>
                    </a:cubicBezTo>
                    <a:cubicBezTo>
                      <a:pt x="380535" y="50800"/>
                      <a:pt x="430065" y="31750"/>
                      <a:pt x="479595" y="19050"/>
                    </a:cubicBezTo>
                    <a:cubicBezTo>
                      <a:pt x="527855" y="7620"/>
                      <a:pt x="630725" y="0"/>
                      <a:pt x="63072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6" name="Group 86"/>
            <p:cNvGrpSpPr/>
            <p:nvPr/>
          </p:nvGrpSpPr>
          <p:grpSpPr>
            <a:xfrm rot="0">
              <a:off x="9645650" y="1635760"/>
              <a:ext cx="1372870" cy="1371600"/>
              <a:chOff x="0" y="0"/>
              <a:chExt cx="1372870" cy="1371600"/>
            </a:xfrm>
          </p:grpSpPr>
          <p:sp>
            <p:nvSpPr>
              <p:cNvPr id="87" name="Freeform 87"/>
              <p:cNvSpPr/>
              <p:nvPr/>
            </p:nvSpPr>
            <p:spPr>
              <a:xfrm>
                <a:off x="50640" y="46037"/>
                <a:ext cx="1270160" cy="1275239"/>
              </a:xfrm>
              <a:custGeom>
                <a:avLst/>
                <a:gdLst/>
                <a:ahLst/>
                <a:cxnLst/>
                <a:rect l="l" t="t" r="r" b="b"/>
                <a:pathLst>
                  <a:path w="1270160" h="1275239">
                    <a:moveTo>
                      <a:pt x="1270160" y="639763"/>
                    </a:moveTo>
                    <a:cubicBezTo>
                      <a:pt x="1215550" y="906463"/>
                      <a:pt x="1181260" y="969963"/>
                      <a:pt x="1140620" y="1024573"/>
                    </a:cubicBezTo>
                    <a:cubicBezTo>
                      <a:pt x="1099980" y="1077913"/>
                      <a:pt x="1047910" y="1127443"/>
                      <a:pt x="992030" y="1165543"/>
                    </a:cubicBezTo>
                    <a:cubicBezTo>
                      <a:pt x="934880" y="1203643"/>
                      <a:pt x="870110" y="1234123"/>
                      <a:pt x="805340" y="1251903"/>
                    </a:cubicBezTo>
                    <a:cubicBezTo>
                      <a:pt x="739300" y="1269683"/>
                      <a:pt x="668180" y="1277303"/>
                      <a:pt x="600870" y="1273493"/>
                    </a:cubicBezTo>
                    <a:cubicBezTo>
                      <a:pt x="533560" y="1270953"/>
                      <a:pt x="462440" y="1254443"/>
                      <a:pt x="400210" y="1230313"/>
                    </a:cubicBezTo>
                    <a:cubicBezTo>
                      <a:pt x="336710" y="1204913"/>
                      <a:pt x="275750" y="1168083"/>
                      <a:pt x="223680" y="1123633"/>
                    </a:cubicBezTo>
                    <a:cubicBezTo>
                      <a:pt x="171610" y="1080453"/>
                      <a:pt x="125890" y="1025843"/>
                      <a:pt x="90330" y="967423"/>
                    </a:cubicBezTo>
                    <a:cubicBezTo>
                      <a:pt x="56040" y="909003"/>
                      <a:pt x="29370" y="842963"/>
                      <a:pt x="14130" y="776923"/>
                    </a:cubicBezTo>
                    <a:cubicBezTo>
                      <a:pt x="160" y="710883"/>
                      <a:pt x="-3650" y="638493"/>
                      <a:pt x="3970" y="571183"/>
                    </a:cubicBezTo>
                    <a:cubicBezTo>
                      <a:pt x="10320" y="503873"/>
                      <a:pt x="30640" y="434023"/>
                      <a:pt x="58580" y="373063"/>
                    </a:cubicBezTo>
                    <a:cubicBezTo>
                      <a:pt x="86520" y="312103"/>
                      <a:pt x="127160" y="252413"/>
                      <a:pt x="174150" y="202883"/>
                    </a:cubicBezTo>
                    <a:cubicBezTo>
                      <a:pt x="219870" y="153353"/>
                      <a:pt x="278290" y="110173"/>
                      <a:pt x="337980" y="78423"/>
                    </a:cubicBezTo>
                    <a:cubicBezTo>
                      <a:pt x="397670" y="46673"/>
                      <a:pt x="464980" y="23813"/>
                      <a:pt x="532290" y="12383"/>
                    </a:cubicBezTo>
                    <a:cubicBezTo>
                      <a:pt x="599600" y="2223"/>
                      <a:pt x="670720" y="2223"/>
                      <a:pt x="738030" y="12383"/>
                    </a:cubicBezTo>
                    <a:cubicBezTo>
                      <a:pt x="804070" y="23813"/>
                      <a:pt x="872650" y="46673"/>
                      <a:pt x="932340" y="78423"/>
                    </a:cubicBezTo>
                    <a:cubicBezTo>
                      <a:pt x="992030" y="110173"/>
                      <a:pt x="1049180" y="153353"/>
                      <a:pt x="1096170" y="202883"/>
                    </a:cubicBezTo>
                    <a:cubicBezTo>
                      <a:pt x="1143160" y="252413"/>
                      <a:pt x="1182530" y="312103"/>
                      <a:pt x="1211740" y="373063"/>
                    </a:cubicBezTo>
                    <a:cubicBezTo>
                      <a:pt x="1239680" y="434023"/>
                      <a:pt x="1258730" y="503873"/>
                      <a:pt x="1266350" y="571183"/>
                    </a:cubicBezTo>
                    <a:cubicBezTo>
                      <a:pt x="1273970" y="638493"/>
                      <a:pt x="1270160" y="710883"/>
                      <a:pt x="1254920" y="776923"/>
                    </a:cubicBezTo>
                    <a:cubicBezTo>
                      <a:pt x="1240950" y="842963"/>
                      <a:pt x="1214280" y="909003"/>
                      <a:pt x="1178720" y="967423"/>
                    </a:cubicBezTo>
                    <a:cubicBezTo>
                      <a:pt x="1144430" y="1025843"/>
                      <a:pt x="1097440" y="1080453"/>
                      <a:pt x="1046640" y="1123633"/>
                    </a:cubicBezTo>
                    <a:cubicBezTo>
                      <a:pt x="994570" y="1168083"/>
                      <a:pt x="932340" y="1204913"/>
                      <a:pt x="870110" y="1230313"/>
                    </a:cubicBezTo>
                    <a:cubicBezTo>
                      <a:pt x="806610" y="1254443"/>
                      <a:pt x="736760" y="1270953"/>
                      <a:pt x="669450" y="1274763"/>
                    </a:cubicBezTo>
                    <a:cubicBezTo>
                      <a:pt x="602140" y="1277303"/>
                      <a:pt x="529750" y="1269683"/>
                      <a:pt x="464980" y="1251903"/>
                    </a:cubicBezTo>
                    <a:cubicBezTo>
                      <a:pt x="400210" y="1234123"/>
                      <a:pt x="334170" y="1203643"/>
                      <a:pt x="278290" y="1165543"/>
                    </a:cubicBezTo>
                    <a:cubicBezTo>
                      <a:pt x="222410" y="1127443"/>
                      <a:pt x="170340" y="1077913"/>
                      <a:pt x="129700" y="1024573"/>
                    </a:cubicBezTo>
                    <a:cubicBezTo>
                      <a:pt x="87790" y="969963"/>
                      <a:pt x="54770" y="906463"/>
                      <a:pt x="33180" y="842963"/>
                    </a:cubicBezTo>
                    <a:cubicBezTo>
                      <a:pt x="11590" y="778193"/>
                      <a:pt x="1430" y="703263"/>
                      <a:pt x="160" y="639763"/>
                    </a:cubicBezTo>
                    <a:cubicBezTo>
                      <a:pt x="-1110" y="585153"/>
                      <a:pt x="5240" y="536893"/>
                      <a:pt x="16670" y="487363"/>
                    </a:cubicBezTo>
                    <a:cubicBezTo>
                      <a:pt x="29370" y="437833"/>
                      <a:pt x="47150" y="389573"/>
                      <a:pt x="70010" y="343853"/>
                    </a:cubicBezTo>
                    <a:cubicBezTo>
                      <a:pt x="94140" y="299403"/>
                      <a:pt x="123350" y="256223"/>
                      <a:pt x="156370" y="216853"/>
                    </a:cubicBezTo>
                    <a:cubicBezTo>
                      <a:pt x="189390" y="178753"/>
                      <a:pt x="228760" y="144463"/>
                      <a:pt x="270670" y="115253"/>
                    </a:cubicBezTo>
                    <a:cubicBezTo>
                      <a:pt x="311310" y="86043"/>
                      <a:pt x="358300" y="61913"/>
                      <a:pt x="405290" y="42863"/>
                    </a:cubicBezTo>
                    <a:cubicBezTo>
                      <a:pt x="452280" y="25083"/>
                      <a:pt x="503080" y="11113"/>
                      <a:pt x="553880" y="4763"/>
                    </a:cubicBezTo>
                    <a:cubicBezTo>
                      <a:pt x="604680" y="-1587"/>
                      <a:pt x="656750" y="-1587"/>
                      <a:pt x="707550" y="4763"/>
                    </a:cubicBezTo>
                    <a:cubicBezTo>
                      <a:pt x="757080" y="9843"/>
                      <a:pt x="809150" y="22543"/>
                      <a:pt x="856140" y="40323"/>
                    </a:cubicBezTo>
                    <a:cubicBezTo>
                      <a:pt x="903130" y="56833"/>
                      <a:pt x="950120" y="80963"/>
                      <a:pt x="992030" y="110173"/>
                    </a:cubicBezTo>
                    <a:cubicBezTo>
                      <a:pt x="1033940" y="138113"/>
                      <a:pt x="1073310" y="173673"/>
                      <a:pt x="1107600" y="210503"/>
                    </a:cubicBezTo>
                    <a:cubicBezTo>
                      <a:pt x="1141890" y="248603"/>
                      <a:pt x="1171100" y="291783"/>
                      <a:pt x="1195230" y="336233"/>
                    </a:cubicBezTo>
                    <a:cubicBezTo>
                      <a:pt x="1219360" y="380683"/>
                      <a:pt x="1238410" y="430213"/>
                      <a:pt x="1251110" y="478473"/>
                    </a:cubicBezTo>
                    <a:cubicBezTo>
                      <a:pt x="1262540" y="528003"/>
                      <a:pt x="1270160" y="630873"/>
                      <a:pt x="1270160" y="63087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88" name="Group 88"/>
            <p:cNvGrpSpPr/>
            <p:nvPr/>
          </p:nvGrpSpPr>
          <p:grpSpPr>
            <a:xfrm rot="0">
              <a:off x="9011920" y="1065530"/>
              <a:ext cx="1377950" cy="1372870"/>
              <a:chOff x="0" y="0"/>
              <a:chExt cx="1377950" cy="1372870"/>
            </a:xfrm>
          </p:grpSpPr>
          <p:sp>
            <p:nvSpPr>
              <p:cNvPr id="89" name="Freeform 89"/>
              <p:cNvSpPr/>
              <p:nvPr/>
            </p:nvSpPr>
            <p:spPr>
              <a:xfrm>
                <a:off x="49842" y="50244"/>
                <a:ext cx="1279579" cy="1270604"/>
              </a:xfrm>
              <a:custGeom>
                <a:avLst/>
                <a:gdLst/>
                <a:ahLst/>
                <a:cxnLst/>
                <a:rect l="l" t="t" r="r" b="b"/>
                <a:pathLst>
                  <a:path w="1279579" h="1270604">
                    <a:moveTo>
                      <a:pt x="635958" y="1270556"/>
                    </a:moveTo>
                    <a:cubicBezTo>
                      <a:pt x="367988" y="1215946"/>
                      <a:pt x="304488" y="1182926"/>
                      <a:pt x="251148" y="1141016"/>
                    </a:cubicBezTo>
                    <a:cubicBezTo>
                      <a:pt x="196538" y="1100376"/>
                      <a:pt x="147008" y="1048306"/>
                      <a:pt x="108908" y="992426"/>
                    </a:cubicBezTo>
                    <a:cubicBezTo>
                      <a:pt x="72078" y="936546"/>
                      <a:pt x="41598" y="870506"/>
                      <a:pt x="22548" y="805736"/>
                    </a:cubicBezTo>
                    <a:cubicBezTo>
                      <a:pt x="4768" y="740966"/>
                      <a:pt x="-2852" y="668576"/>
                      <a:pt x="958" y="601266"/>
                    </a:cubicBezTo>
                    <a:cubicBezTo>
                      <a:pt x="4768" y="533956"/>
                      <a:pt x="20008" y="462836"/>
                      <a:pt x="45408" y="400606"/>
                    </a:cubicBezTo>
                    <a:cubicBezTo>
                      <a:pt x="69538" y="337106"/>
                      <a:pt x="107638" y="276146"/>
                      <a:pt x="150818" y="224076"/>
                    </a:cubicBezTo>
                    <a:cubicBezTo>
                      <a:pt x="195268" y="172006"/>
                      <a:pt x="249878" y="126286"/>
                      <a:pt x="308298" y="90726"/>
                    </a:cubicBezTo>
                    <a:cubicBezTo>
                      <a:pt x="365448" y="56436"/>
                      <a:pt x="432758" y="29766"/>
                      <a:pt x="498798" y="14526"/>
                    </a:cubicBezTo>
                    <a:cubicBezTo>
                      <a:pt x="564838" y="556"/>
                      <a:pt x="637228" y="-3254"/>
                      <a:pt x="704538" y="4366"/>
                    </a:cubicBezTo>
                    <a:cubicBezTo>
                      <a:pt x="771848" y="10716"/>
                      <a:pt x="840428" y="31036"/>
                      <a:pt x="902658" y="58976"/>
                    </a:cubicBezTo>
                    <a:cubicBezTo>
                      <a:pt x="963618" y="86916"/>
                      <a:pt x="1023308" y="127556"/>
                      <a:pt x="1072838" y="174546"/>
                    </a:cubicBezTo>
                    <a:cubicBezTo>
                      <a:pt x="1121098" y="220266"/>
                      <a:pt x="1165548" y="278686"/>
                      <a:pt x="1197298" y="338376"/>
                    </a:cubicBezTo>
                    <a:cubicBezTo>
                      <a:pt x="1229048" y="398066"/>
                      <a:pt x="1251908" y="466646"/>
                      <a:pt x="1262068" y="532686"/>
                    </a:cubicBezTo>
                    <a:cubicBezTo>
                      <a:pt x="1273498" y="599996"/>
                      <a:pt x="1273498" y="671116"/>
                      <a:pt x="1262068" y="738426"/>
                    </a:cubicBezTo>
                    <a:cubicBezTo>
                      <a:pt x="1251908" y="805736"/>
                      <a:pt x="1229048" y="873046"/>
                      <a:pt x="1197298" y="932736"/>
                    </a:cubicBezTo>
                    <a:cubicBezTo>
                      <a:pt x="1165548" y="992426"/>
                      <a:pt x="1121098" y="1050846"/>
                      <a:pt x="1072838" y="1096566"/>
                    </a:cubicBezTo>
                    <a:cubicBezTo>
                      <a:pt x="1023308" y="1143556"/>
                      <a:pt x="963618" y="1184196"/>
                      <a:pt x="902658" y="1212136"/>
                    </a:cubicBezTo>
                    <a:cubicBezTo>
                      <a:pt x="840428" y="1240076"/>
                      <a:pt x="771848" y="1260396"/>
                      <a:pt x="704538" y="1266746"/>
                    </a:cubicBezTo>
                    <a:cubicBezTo>
                      <a:pt x="637228" y="1274366"/>
                      <a:pt x="564838" y="1270556"/>
                      <a:pt x="498798" y="1256586"/>
                    </a:cubicBezTo>
                    <a:cubicBezTo>
                      <a:pt x="432758" y="1241346"/>
                      <a:pt x="365448" y="1214676"/>
                      <a:pt x="308298" y="1180386"/>
                    </a:cubicBezTo>
                    <a:cubicBezTo>
                      <a:pt x="249878" y="1144826"/>
                      <a:pt x="195268" y="1097836"/>
                      <a:pt x="150818" y="1047036"/>
                    </a:cubicBezTo>
                    <a:cubicBezTo>
                      <a:pt x="107638" y="994966"/>
                      <a:pt x="69538" y="934006"/>
                      <a:pt x="45408" y="870506"/>
                    </a:cubicBezTo>
                    <a:cubicBezTo>
                      <a:pt x="20008" y="808276"/>
                      <a:pt x="4768" y="737156"/>
                      <a:pt x="958" y="669846"/>
                    </a:cubicBezTo>
                    <a:cubicBezTo>
                      <a:pt x="-2852" y="602536"/>
                      <a:pt x="4768" y="530146"/>
                      <a:pt x="22548" y="465376"/>
                    </a:cubicBezTo>
                    <a:cubicBezTo>
                      <a:pt x="41598" y="400606"/>
                      <a:pt x="72078" y="334566"/>
                      <a:pt x="110178" y="278686"/>
                    </a:cubicBezTo>
                    <a:cubicBezTo>
                      <a:pt x="147008" y="222806"/>
                      <a:pt x="196538" y="170736"/>
                      <a:pt x="251148" y="130096"/>
                    </a:cubicBezTo>
                    <a:cubicBezTo>
                      <a:pt x="304488" y="88186"/>
                      <a:pt x="367988" y="55166"/>
                      <a:pt x="432758" y="33576"/>
                    </a:cubicBezTo>
                    <a:cubicBezTo>
                      <a:pt x="496258" y="11986"/>
                      <a:pt x="572458" y="1826"/>
                      <a:pt x="635958" y="556"/>
                    </a:cubicBezTo>
                    <a:cubicBezTo>
                      <a:pt x="689298" y="-1984"/>
                      <a:pt x="738828" y="4366"/>
                      <a:pt x="788358" y="15796"/>
                    </a:cubicBezTo>
                    <a:cubicBezTo>
                      <a:pt x="836618" y="27226"/>
                      <a:pt x="886148" y="46276"/>
                      <a:pt x="931868" y="69136"/>
                    </a:cubicBezTo>
                    <a:cubicBezTo>
                      <a:pt x="977588" y="91996"/>
                      <a:pt x="1020768" y="121206"/>
                      <a:pt x="1058868" y="154226"/>
                    </a:cubicBezTo>
                    <a:cubicBezTo>
                      <a:pt x="1096968" y="187246"/>
                      <a:pt x="1132528" y="225346"/>
                      <a:pt x="1161738" y="267256"/>
                    </a:cubicBezTo>
                    <a:cubicBezTo>
                      <a:pt x="1192218" y="307896"/>
                      <a:pt x="1216348" y="354886"/>
                      <a:pt x="1235398" y="401876"/>
                    </a:cubicBezTo>
                    <a:cubicBezTo>
                      <a:pt x="1254448" y="448866"/>
                      <a:pt x="1267148" y="499666"/>
                      <a:pt x="1273498" y="550466"/>
                    </a:cubicBezTo>
                    <a:cubicBezTo>
                      <a:pt x="1281118" y="599996"/>
                      <a:pt x="1281118" y="653336"/>
                      <a:pt x="1276038" y="702866"/>
                    </a:cubicBezTo>
                    <a:cubicBezTo>
                      <a:pt x="1270958" y="753666"/>
                      <a:pt x="1259528" y="804466"/>
                      <a:pt x="1241748" y="852726"/>
                    </a:cubicBezTo>
                    <a:cubicBezTo>
                      <a:pt x="1223968" y="899716"/>
                      <a:pt x="1201108" y="946706"/>
                      <a:pt x="1171898" y="988616"/>
                    </a:cubicBezTo>
                    <a:cubicBezTo>
                      <a:pt x="1143958" y="1031796"/>
                      <a:pt x="1109668" y="1071166"/>
                      <a:pt x="1072838" y="1105456"/>
                    </a:cubicBezTo>
                    <a:cubicBezTo>
                      <a:pt x="1034738" y="1139746"/>
                      <a:pt x="991558" y="1170226"/>
                      <a:pt x="947108" y="1194356"/>
                    </a:cubicBezTo>
                    <a:cubicBezTo>
                      <a:pt x="902658" y="1218486"/>
                      <a:pt x="854398" y="1237536"/>
                      <a:pt x="804868" y="1250236"/>
                    </a:cubicBezTo>
                    <a:cubicBezTo>
                      <a:pt x="756608" y="1262936"/>
                      <a:pt x="653738" y="1270556"/>
                      <a:pt x="653738" y="127055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0" name="Group 90"/>
            <p:cNvGrpSpPr/>
            <p:nvPr/>
          </p:nvGrpSpPr>
          <p:grpSpPr>
            <a:xfrm rot="0">
              <a:off x="8903970" y="930910"/>
              <a:ext cx="1360170" cy="1360170"/>
              <a:chOff x="0" y="0"/>
              <a:chExt cx="1360170" cy="1360170"/>
            </a:xfrm>
          </p:grpSpPr>
          <p:sp>
            <p:nvSpPr>
              <p:cNvPr id="91" name="Freeform 91"/>
              <p:cNvSpPr/>
              <p:nvPr/>
            </p:nvSpPr>
            <p:spPr>
              <a:xfrm>
                <a:off x="49655" y="40974"/>
                <a:ext cx="1240690" cy="1269541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541">
                    <a:moveTo>
                      <a:pt x="1240665" y="445436"/>
                    </a:moveTo>
                    <a:cubicBezTo>
                      <a:pt x="1241935" y="845486"/>
                      <a:pt x="1194945" y="948356"/>
                      <a:pt x="1135255" y="1025826"/>
                    </a:cubicBezTo>
                    <a:cubicBezTo>
                      <a:pt x="1074295" y="1103296"/>
                      <a:pt x="985395" y="1173146"/>
                      <a:pt x="895225" y="1213786"/>
                    </a:cubicBezTo>
                    <a:cubicBezTo>
                      <a:pt x="806325" y="1254426"/>
                      <a:pt x="694565" y="1274746"/>
                      <a:pt x="596775" y="1268396"/>
                    </a:cubicBezTo>
                    <a:cubicBezTo>
                      <a:pt x="498985" y="1262046"/>
                      <a:pt x="391035" y="1229026"/>
                      <a:pt x="305945" y="1178226"/>
                    </a:cubicBezTo>
                    <a:cubicBezTo>
                      <a:pt x="222125" y="1127426"/>
                      <a:pt x="142115" y="1047416"/>
                      <a:pt x="91315" y="962326"/>
                    </a:cubicBezTo>
                    <a:cubicBezTo>
                      <a:pt x="40515" y="878506"/>
                      <a:pt x="7495" y="770556"/>
                      <a:pt x="1145" y="672766"/>
                    </a:cubicBezTo>
                    <a:cubicBezTo>
                      <a:pt x="-5205" y="574976"/>
                      <a:pt x="15115" y="463216"/>
                      <a:pt x="55755" y="374316"/>
                    </a:cubicBezTo>
                    <a:cubicBezTo>
                      <a:pt x="96395" y="284146"/>
                      <a:pt x="166245" y="195246"/>
                      <a:pt x="243715" y="134286"/>
                    </a:cubicBezTo>
                    <a:cubicBezTo>
                      <a:pt x="321185" y="73326"/>
                      <a:pt x="424055" y="27606"/>
                      <a:pt x="520575" y="9826"/>
                    </a:cubicBezTo>
                    <a:cubicBezTo>
                      <a:pt x="617095" y="-7954"/>
                      <a:pt x="730125" y="-1604"/>
                      <a:pt x="824105" y="28876"/>
                    </a:cubicBezTo>
                    <a:cubicBezTo>
                      <a:pt x="918085" y="58086"/>
                      <a:pt x="1084455" y="185086"/>
                      <a:pt x="1084455" y="18508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2" name="Group 92"/>
            <p:cNvGrpSpPr/>
            <p:nvPr/>
          </p:nvGrpSpPr>
          <p:grpSpPr>
            <a:xfrm rot="0">
              <a:off x="9354820" y="1760220"/>
              <a:ext cx="1360170" cy="1360170"/>
              <a:chOff x="0" y="0"/>
              <a:chExt cx="1360170" cy="1360170"/>
            </a:xfrm>
          </p:grpSpPr>
          <p:sp>
            <p:nvSpPr>
              <p:cNvPr id="93" name="Freeform 93"/>
              <p:cNvSpPr/>
              <p:nvPr/>
            </p:nvSpPr>
            <p:spPr>
              <a:xfrm>
                <a:off x="49655" y="40910"/>
                <a:ext cx="1240690" cy="126922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9">
                    <a:moveTo>
                      <a:pt x="1240665" y="445500"/>
                    </a:moveTo>
                    <a:cubicBezTo>
                      <a:pt x="1241935" y="845550"/>
                      <a:pt x="1194945" y="948420"/>
                      <a:pt x="1133985" y="1025890"/>
                    </a:cubicBezTo>
                    <a:cubicBezTo>
                      <a:pt x="1074295" y="1103360"/>
                      <a:pt x="985395" y="1173210"/>
                      <a:pt x="895225" y="1213850"/>
                    </a:cubicBezTo>
                    <a:cubicBezTo>
                      <a:pt x="805055" y="1253220"/>
                      <a:pt x="694565" y="1273540"/>
                      <a:pt x="596775" y="1268460"/>
                    </a:cubicBezTo>
                    <a:cubicBezTo>
                      <a:pt x="497715" y="1262110"/>
                      <a:pt x="389765" y="1229090"/>
                      <a:pt x="305945" y="1178290"/>
                    </a:cubicBezTo>
                    <a:cubicBezTo>
                      <a:pt x="222125" y="1126220"/>
                      <a:pt x="142115" y="104748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639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4105" y="27670"/>
                    </a:cubicBezTo>
                    <a:cubicBezTo>
                      <a:pt x="91808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4" name="Group 94"/>
            <p:cNvGrpSpPr/>
            <p:nvPr/>
          </p:nvGrpSpPr>
          <p:grpSpPr>
            <a:xfrm rot="0">
              <a:off x="9775190" y="1676400"/>
              <a:ext cx="1412240" cy="1385570"/>
              <a:chOff x="0" y="0"/>
              <a:chExt cx="1412240" cy="1385570"/>
            </a:xfrm>
          </p:grpSpPr>
          <p:sp>
            <p:nvSpPr>
              <p:cNvPr id="95" name="Freeform 95"/>
              <p:cNvSpPr/>
              <p:nvPr/>
            </p:nvSpPr>
            <p:spPr>
              <a:xfrm>
                <a:off x="47135" y="50800"/>
                <a:ext cx="1313686" cy="1283084"/>
              </a:xfrm>
              <a:custGeom>
                <a:avLst/>
                <a:gdLst/>
                <a:ahLst/>
                <a:cxnLst/>
                <a:rect l="l" t="t" r="r" b="b"/>
                <a:pathLst>
                  <a:path w="1313686" h="1283084">
                    <a:moveTo>
                      <a:pt x="785985" y="19050"/>
                    </a:moveTo>
                    <a:cubicBezTo>
                      <a:pt x="1078085" y="144780"/>
                      <a:pt x="1128885" y="191770"/>
                      <a:pt x="1170795" y="245110"/>
                    </a:cubicBezTo>
                    <a:cubicBezTo>
                      <a:pt x="1213975" y="297180"/>
                      <a:pt x="1249535" y="360680"/>
                      <a:pt x="1273665" y="424180"/>
                    </a:cubicBezTo>
                    <a:cubicBezTo>
                      <a:pt x="1297795" y="487680"/>
                      <a:pt x="1311765" y="557530"/>
                      <a:pt x="1313035" y="626110"/>
                    </a:cubicBezTo>
                    <a:cubicBezTo>
                      <a:pt x="1315575" y="693420"/>
                      <a:pt x="1306685" y="765810"/>
                      <a:pt x="1286365" y="830580"/>
                    </a:cubicBezTo>
                    <a:cubicBezTo>
                      <a:pt x="1267315" y="895350"/>
                      <a:pt x="1235565" y="960120"/>
                      <a:pt x="1196195" y="1014730"/>
                    </a:cubicBezTo>
                    <a:cubicBezTo>
                      <a:pt x="1156825" y="1070610"/>
                      <a:pt x="1106025" y="1121410"/>
                      <a:pt x="1051415" y="1162050"/>
                    </a:cubicBezTo>
                    <a:cubicBezTo>
                      <a:pt x="996805" y="1201420"/>
                      <a:pt x="932035" y="1234440"/>
                      <a:pt x="867265" y="1254760"/>
                    </a:cubicBezTo>
                    <a:cubicBezTo>
                      <a:pt x="802495" y="1275080"/>
                      <a:pt x="730105" y="1285240"/>
                      <a:pt x="662795" y="1282700"/>
                    </a:cubicBezTo>
                    <a:cubicBezTo>
                      <a:pt x="595485" y="1281430"/>
                      <a:pt x="524365" y="1268730"/>
                      <a:pt x="460865" y="1245870"/>
                    </a:cubicBezTo>
                    <a:cubicBezTo>
                      <a:pt x="396095" y="1221740"/>
                      <a:pt x="333865" y="1187450"/>
                      <a:pt x="280525" y="1144270"/>
                    </a:cubicBezTo>
                    <a:cubicBezTo>
                      <a:pt x="227185" y="1102360"/>
                      <a:pt x="178925" y="1049020"/>
                      <a:pt x="142095" y="991870"/>
                    </a:cubicBezTo>
                    <a:cubicBezTo>
                      <a:pt x="105265" y="934720"/>
                      <a:pt x="76055" y="868680"/>
                      <a:pt x="59545" y="802640"/>
                    </a:cubicBezTo>
                    <a:cubicBezTo>
                      <a:pt x="43035" y="737870"/>
                      <a:pt x="36685" y="665480"/>
                      <a:pt x="41765" y="598170"/>
                    </a:cubicBezTo>
                    <a:cubicBezTo>
                      <a:pt x="46845" y="529590"/>
                      <a:pt x="63355" y="459740"/>
                      <a:pt x="90025" y="397510"/>
                    </a:cubicBezTo>
                    <a:cubicBezTo>
                      <a:pt x="116695" y="335280"/>
                      <a:pt x="156065" y="274320"/>
                      <a:pt x="200515" y="223520"/>
                    </a:cubicBezTo>
                    <a:cubicBezTo>
                      <a:pt x="246235" y="172720"/>
                      <a:pt x="302115" y="127000"/>
                      <a:pt x="360535" y="92710"/>
                    </a:cubicBezTo>
                    <a:cubicBezTo>
                      <a:pt x="418955" y="59690"/>
                      <a:pt x="487535" y="34290"/>
                      <a:pt x="553575" y="21590"/>
                    </a:cubicBezTo>
                    <a:cubicBezTo>
                      <a:pt x="620885" y="7620"/>
                      <a:pt x="692005" y="6350"/>
                      <a:pt x="759315" y="15240"/>
                    </a:cubicBezTo>
                    <a:cubicBezTo>
                      <a:pt x="826625" y="24130"/>
                      <a:pt x="896475" y="44450"/>
                      <a:pt x="957435" y="73660"/>
                    </a:cubicBezTo>
                    <a:cubicBezTo>
                      <a:pt x="1018395" y="104140"/>
                      <a:pt x="1076815" y="146050"/>
                      <a:pt x="1125075" y="193040"/>
                    </a:cubicBezTo>
                    <a:cubicBezTo>
                      <a:pt x="1173335" y="241300"/>
                      <a:pt x="1215245" y="299720"/>
                      <a:pt x="1245725" y="360680"/>
                    </a:cubicBezTo>
                    <a:cubicBezTo>
                      <a:pt x="1276205" y="421640"/>
                      <a:pt x="1297795" y="490220"/>
                      <a:pt x="1307955" y="557530"/>
                    </a:cubicBezTo>
                    <a:cubicBezTo>
                      <a:pt x="1316845" y="624840"/>
                      <a:pt x="1315575" y="697230"/>
                      <a:pt x="1302875" y="763270"/>
                    </a:cubicBezTo>
                    <a:cubicBezTo>
                      <a:pt x="1290175" y="830580"/>
                      <a:pt x="1266045" y="897890"/>
                      <a:pt x="1233025" y="957580"/>
                    </a:cubicBezTo>
                    <a:cubicBezTo>
                      <a:pt x="1200005" y="1016000"/>
                      <a:pt x="1154285" y="1073150"/>
                      <a:pt x="1104755" y="1118870"/>
                    </a:cubicBezTo>
                    <a:cubicBezTo>
                      <a:pt x="1053955" y="1164590"/>
                      <a:pt x="994265" y="1202690"/>
                      <a:pt x="932035" y="1230630"/>
                    </a:cubicBezTo>
                    <a:cubicBezTo>
                      <a:pt x="869805" y="1257300"/>
                      <a:pt x="798685" y="1275080"/>
                      <a:pt x="731375" y="1281430"/>
                    </a:cubicBezTo>
                    <a:cubicBezTo>
                      <a:pt x="664065" y="1286510"/>
                      <a:pt x="591675" y="1278890"/>
                      <a:pt x="526905" y="1264920"/>
                    </a:cubicBezTo>
                    <a:cubicBezTo>
                      <a:pt x="462135" y="1252220"/>
                      <a:pt x="396095" y="1228090"/>
                      <a:pt x="341485" y="1200150"/>
                    </a:cubicBezTo>
                    <a:cubicBezTo>
                      <a:pt x="293225" y="1176020"/>
                      <a:pt x="253855" y="1146810"/>
                      <a:pt x="215755" y="1113790"/>
                    </a:cubicBezTo>
                    <a:cubicBezTo>
                      <a:pt x="177655" y="1079500"/>
                      <a:pt x="142095" y="1040130"/>
                      <a:pt x="112885" y="999490"/>
                    </a:cubicBezTo>
                    <a:cubicBezTo>
                      <a:pt x="83675" y="957580"/>
                      <a:pt x="59545" y="910590"/>
                      <a:pt x="41765" y="863600"/>
                    </a:cubicBezTo>
                    <a:cubicBezTo>
                      <a:pt x="23985" y="816610"/>
                      <a:pt x="11285" y="764540"/>
                      <a:pt x="4935" y="715010"/>
                    </a:cubicBezTo>
                    <a:cubicBezTo>
                      <a:pt x="-1415" y="664210"/>
                      <a:pt x="-1415" y="612140"/>
                      <a:pt x="3665" y="561340"/>
                    </a:cubicBezTo>
                    <a:cubicBezTo>
                      <a:pt x="10015" y="510540"/>
                      <a:pt x="22715" y="459740"/>
                      <a:pt x="40495" y="412750"/>
                    </a:cubicBezTo>
                    <a:cubicBezTo>
                      <a:pt x="58275" y="364490"/>
                      <a:pt x="82405" y="318770"/>
                      <a:pt x="111615" y="276860"/>
                    </a:cubicBezTo>
                    <a:cubicBezTo>
                      <a:pt x="139555" y="234950"/>
                      <a:pt x="173845" y="195580"/>
                      <a:pt x="211945" y="161290"/>
                    </a:cubicBezTo>
                    <a:cubicBezTo>
                      <a:pt x="250045" y="128270"/>
                      <a:pt x="293225" y="97790"/>
                      <a:pt x="337675" y="73660"/>
                    </a:cubicBezTo>
                    <a:cubicBezTo>
                      <a:pt x="383395" y="50800"/>
                      <a:pt x="431655" y="31750"/>
                      <a:pt x="481185" y="19050"/>
                    </a:cubicBezTo>
                    <a:cubicBezTo>
                      <a:pt x="530715" y="7620"/>
                      <a:pt x="582785" y="1270"/>
                      <a:pt x="633585" y="0"/>
                    </a:cubicBezTo>
                    <a:cubicBezTo>
                      <a:pt x="684385" y="0"/>
                      <a:pt x="785985" y="19050"/>
                      <a:pt x="785985" y="190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6" name="Group 96"/>
            <p:cNvGrpSpPr/>
            <p:nvPr/>
          </p:nvGrpSpPr>
          <p:grpSpPr>
            <a:xfrm rot="0">
              <a:off x="9424670" y="1299210"/>
              <a:ext cx="1360170" cy="1360170"/>
              <a:chOff x="0" y="0"/>
              <a:chExt cx="1360170" cy="1360170"/>
            </a:xfrm>
          </p:grpSpPr>
          <p:sp>
            <p:nvSpPr>
              <p:cNvPr id="97" name="Freeform 97"/>
              <p:cNvSpPr/>
              <p:nvPr/>
            </p:nvSpPr>
            <p:spPr>
              <a:xfrm>
                <a:off x="50033" y="41295"/>
                <a:ext cx="1241557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20">
                    <a:moveTo>
                      <a:pt x="1241557" y="44638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98" name="Group 98"/>
            <p:cNvGrpSpPr/>
            <p:nvPr/>
          </p:nvGrpSpPr>
          <p:grpSpPr>
            <a:xfrm rot="0">
              <a:off x="8769350" y="777240"/>
              <a:ext cx="1380490" cy="1372870"/>
              <a:chOff x="0" y="0"/>
              <a:chExt cx="1380490" cy="1372870"/>
            </a:xfrm>
          </p:grpSpPr>
          <p:sp>
            <p:nvSpPr>
              <p:cNvPr id="99" name="Freeform 99"/>
              <p:cNvSpPr/>
              <p:nvPr/>
            </p:nvSpPr>
            <p:spPr>
              <a:xfrm>
                <a:off x="49848" y="50244"/>
                <a:ext cx="1282891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2891" h="1271826">
                    <a:moveTo>
                      <a:pt x="635952" y="1271826"/>
                    </a:moveTo>
                    <a:cubicBezTo>
                      <a:pt x="369252" y="1215946"/>
                      <a:pt x="304482" y="1182926"/>
                      <a:pt x="251142" y="1142286"/>
                    </a:cubicBezTo>
                    <a:cubicBezTo>
                      <a:pt x="197802" y="1100376"/>
                      <a:pt x="148272" y="1048306"/>
                      <a:pt x="110172" y="992426"/>
                    </a:cubicBezTo>
                    <a:cubicBezTo>
                      <a:pt x="72072" y="936546"/>
                      <a:pt x="41592" y="870506"/>
                      <a:pt x="23812" y="805736"/>
                    </a:cubicBezTo>
                    <a:cubicBezTo>
                      <a:pt x="4762" y="740966"/>
                      <a:pt x="-2858" y="668576"/>
                      <a:pt x="952" y="601266"/>
                    </a:cubicBezTo>
                    <a:cubicBezTo>
                      <a:pt x="4762" y="533956"/>
                      <a:pt x="20002" y="462836"/>
                      <a:pt x="45402" y="400606"/>
                    </a:cubicBezTo>
                    <a:cubicBezTo>
                      <a:pt x="70802" y="337106"/>
                      <a:pt x="107632" y="276146"/>
                      <a:pt x="150812" y="224076"/>
                    </a:cubicBezTo>
                    <a:cubicBezTo>
                      <a:pt x="195262" y="173276"/>
                      <a:pt x="249872" y="126286"/>
                      <a:pt x="308292" y="90726"/>
                    </a:cubicBezTo>
                    <a:cubicBezTo>
                      <a:pt x="366712" y="56436"/>
                      <a:pt x="432752" y="29766"/>
                      <a:pt x="498792" y="14526"/>
                    </a:cubicBezTo>
                    <a:cubicBezTo>
                      <a:pt x="564832" y="556"/>
                      <a:pt x="637222" y="-3254"/>
                      <a:pt x="704532" y="4366"/>
                    </a:cubicBezTo>
                    <a:cubicBezTo>
                      <a:pt x="771842" y="10716"/>
                      <a:pt x="841692" y="31036"/>
                      <a:pt x="902652" y="58976"/>
                    </a:cubicBezTo>
                    <a:cubicBezTo>
                      <a:pt x="963612" y="86916"/>
                      <a:pt x="1023302" y="127556"/>
                      <a:pt x="1072832" y="174546"/>
                    </a:cubicBezTo>
                    <a:cubicBezTo>
                      <a:pt x="1122362" y="220266"/>
                      <a:pt x="1165542" y="278686"/>
                      <a:pt x="1197292" y="338376"/>
                    </a:cubicBezTo>
                    <a:cubicBezTo>
                      <a:pt x="1229042" y="398066"/>
                      <a:pt x="1251902" y="466646"/>
                      <a:pt x="1263332" y="532686"/>
                    </a:cubicBezTo>
                    <a:cubicBezTo>
                      <a:pt x="1273492" y="599996"/>
                      <a:pt x="1273492" y="672386"/>
                      <a:pt x="1263332" y="738426"/>
                    </a:cubicBezTo>
                    <a:cubicBezTo>
                      <a:pt x="1251902" y="805736"/>
                      <a:pt x="1229042" y="874316"/>
                      <a:pt x="1197292" y="934006"/>
                    </a:cubicBezTo>
                    <a:cubicBezTo>
                      <a:pt x="1165542" y="993696"/>
                      <a:pt x="1122362" y="1050846"/>
                      <a:pt x="1072832" y="1097836"/>
                    </a:cubicBezTo>
                    <a:cubicBezTo>
                      <a:pt x="1023302" y="1143556"/>
                      <a:pt x="963612" y="1184196"/>
                      <a:pt x="902652" y="1212136"/>
                    </a:cubicBezTo>
                    <a:cubicBezTo>
                      <a:pt x="841692" y="1241346"/>
                      <a:pt x="771842" y="1260396"/>
                      <a:pt x="704532" y="1268016"/>
                    </a:cubicBezTo>
                    <a:cubicBezTo>
                      <a:pt x="637222" y="1274366"/>
                      <a:pt x="564832" y="1270556"/>
                      <a:pt x="498792" y="1256586"/>
                    </a:cubicBezTo>
                    <a:cubicBezTo>
                      <a:pt x="432752" y="1241346"/>
                      <a:pt x="365442" y="1214676"/>
                      <a:pt x="308292" y="1180386"/>
                    </a:cubicBezTo>
                    <a:cubicBezTo>
                      <a:pt x="249872" y="1144826"/>
                      <a:pt x="195262" y="1099106"/>
                      <a:pt x="150812" y="1047036"/>
                    </a:cubicBezTo>
                    <a:cubicBezTo>
                      <a:pt x="107632" y="994966"/>
                      <a:pt x="70802" y="934006"/>
                      <a:pt x="45402" y="870506"/>
                    </a:cubicBezTo>
                    <a:cubicBezTo>
                      <a:pt x="20002" y="808276"/>
                      <a:pt x="4762" y="737156"/>
                      <a:pt x="952" y="669846"/>
                    </a:cubicBezTo>
                    <a:cubicBezTo>
                      <a:pt x="-2858" y="602536"/>
                      <a:pt x="4762" y="530146"/>
                      <a:pt x="23812" y="465376"/>
                    </a:cubicBezTo>
                    <a:cubicBezTo>
                      <a:pt x="41592" y="400606"/>
                      <a:pt x="72072" y="334566"/>
                      <a:pt x="110172" y="278686"/>
                    </a:cubicBezTo>
                    <a:cubicBezTo>
                      <a:pt x="148272" y="222806"/>
                      <a:pt x="197802" y="170736"/>
                      <a:pt x="251142" y="130096"/>
                    </a:cubicBezTo>
                    <a:cubicBezTo>
                      <a:pt x="305752" y="88186"/>
                      <a:pt x="369252" y="55166"/>
                      <a:pt x="432752" y="33576"/>
                    </a:cubicBezTo>
                    <a:cubicBezTo>
                      <a:pt x="497522" y="11986"/>
                      <a:pt x="572452" y="1826"/>
                      <a:pt x="635952" y="556"/>
                    </a:cubicBezTo>
                    <a:cubicBezTo>
                      <a:pt x="690562" y="-1984"/>
                      <a:pt x="738822" y="4366"/>
                      <a:pt x="788352" y="15796"/>
                    </a:cubicBezTo>
                    <a:cubicBezTo>
                      <a:pt x="837882" y="27226"/>
                      <a:pt x="887412" y="45006"/>
                      <a:pt x="931862" y="67866"/>
                    </a:cubicBezTo>
                    <a:cubicBezTo>
                      <a:pt x="977582" y="90726"/>
                      <a:pt x="1022032" y="119936"/>
                      <a:pt x="1060132" y="152956"/>
                    </a:cubicBezTo>
                    <a:cubicBezTo>
                      <a:pt x="1098232" y="185976"/>
                      <a:pt x="1133792" y="224076"/>
                      <a:pt x="1164272" y="265986"/>
                    </a:cubicBezTo>
                    <a:cubicBezTo>
                      <a:pt x="1193482" y="306626"/>
                      <a:pt x="1218882" y="352346"/>
                      <a:pt x="1237932" y="399336"/>
                    </a:cubicBezTo>
                    <a:cubicBezTo>
                      <a:pt x="1255712" y="446326"/>
                      <a:pt x="1269682" y="497126"/>
                      <a:pt x="1276032" y="547926"/>
                    </a:cubicBezTo>
                    <a:cubicBezTo>
                      <a:pt x="1283652" y="598726"/>
                      <a:pt x="1284922" y="650796"/>
                      <a:pt x="1279842" y="701596"/>
                    </a:cubicBezTo>
                    <a:cubicBezTo>
                      <a:pt x="1273492" y="751126"/>
                      <a:pt x="1262062" y="803196"/>
                      <a:pt x="1245552" y="850186"/>
                    </a:cubicBezTo>
                    <a:cubicBezTo>
                      <a:pt x="1227772" y="898446"/>
                      <a:pt x="1204912" y="945436"/>
                      <a:pt x="1176972" y="987346"/>
                    </a:cubicBezTo>
                    <a:cubicBezTo>
                      <a:pt x="1149032" y="1029256"/>
                      <a:pt x="1114742" y="1069896"/>
                      <a:pt x="1076642" y="1104186"/>
                    </a:cubicBezTo>
                    <a:cubicBezTo>
                      <a:pt x="1039812" y="1138476"/>
                      <a:pt x="996632" y="1168956"/>
                      <a:pt x="952182" y="1193086"/>
                    </a:cubicBezTo>
                    <a:cubicBezTo>
                      <a:pt x="907732" y="1217216"/>
                      <a:pt x="859472" y="1237536"/>
                      <a:pt x="809942" y="1250236"/>
                    </a:cubicBezTo>
                    <a:cubicBezTo>
                      <a:pt x="760412" y="1262936"/>
                      <a:pt x="658812" y="1271826"/>
                      <a:pt x="658812" y="127182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0" name="Group 100"/>
            <p:cNvGrpSpPr/>
            <p:nvPr/>
          </p:nvGrpSpPr>
          <p:grpSpPr>
            <a:xfrm rot="0">
              <a:off x="8771890" y="541020"/>
              <a:ext cx="1380490" cy="1372870"/>
              <a:chOff x="0" y="0"/>
              <a:chExt cx="1380490" cy="1372870"/>
            </a:xfrm>
          </p:grpSpPr>
          <p:sp>
            <p:nvSpPr>
              <p:cNvPr id="101" name="Freeform 101"/>
              <p:cNvSpPr/>
              <p:nvPr/>
            </p:nvSpPr>
            <p:spPr>
              <a:xfrm>
                <a:off x="47665" y="50800"/>
                <a:ext cx="1281713" cy="1271826"/>
              </a:xfrm>
              <a:custGeom>
                <a:avLst/>
                <a:gdLst/>
                <a:ahLst/>
                <a:cxnLst/>
                <a:rect l="l" t="t" r="r" b="b"/>
                <a:pathLst>
                  <a:path w="1281713" h="1271826">
                    <a:moveTo>
                      <a:pt x="647025" y="0"/>
                    </a:moveTo>
                    <a:cubicBezTo>
                      <a:pt x="913725" y="55880"/>
                      <a:pt x="977225" y="88900"/>
                      <a:pt x="1031835" y="130810"/>
                    </a:cubicBezTo>
                    <a:cubicBezTo>
                      <a:pt x="1085175" y="171450"/>
                      <a:pt x="1134705" y="223520"/>
                      <a:pt x="1172805" y="279400"/>
                    </a:cubicBezTo>
                    <a:cubicBezTo>
                      <a:pt x="1210905" y="335280"/>
                      <a:pt x="1241385" y="401320"/>
                      <a:pt x="1259165" y="466090"/>
                    </a:cubicBezTo>
                    <a:cubicBezTo>
                      <a:pt x="1276945" y="530860"/>
                      <a:pt x="1284565" y="603250"/>
                      <a:pt x="1280755" y="670560"/>
                    </a:cubicBezTo>
                    <a:cubicBezTo>
                      <a:pt x="1278215" y="737870"/>
                      <a:pt x="1261705" y="808990"/>
                      <a:pt x="1237575" y="871220"/>
                    </a:cubicBezTo>
                    <a:cubicBezTo>
                      <a:pt x="1212175" y="934720"/>
                      <a:pt x="1175345" y="995680"/>
                      <a:pt x="1130895" y="1047750"/>
                    </a:cubicBezTo>
                    <a:cubicBezTo>
                      <a:pt x="1087715" y="1099820"/>
                      <a:pt x="1031835" y="1145540"/>
                      <a:pt x="974685" y="1181100"/>
                    </a:cubicBezTo>
                    <a:cubicBezTo>
                      <a:pt x="916265" y="1215390"/>
                      <a:pt x="848955" y="1242060"/>
                      <a:pt x="782915" y="1257300"/>
                    </a:cubicBezTo>
                    <a:cubicBezTo>
                      <a:pt x="716875" y="1271270"/>
                      <a:pt x="645755" y="1275080"/>
                      <a:pt x="578445" y="1267460"/>
                    </a:cubicBezTo>
                    <a:cubicBezTo>
                      <a:pt x="511135" y="1261110"/>
                      <a:pt x="441285" y="1240790"/>
                      <a:pt x="380325" y="1212850"/>
                    </a:cubicBezTo>
                    <a:cubicBezTo>
                      <a:pt x="318095" y="1184910"/>
                      <a:pt x="258405" y="1144270"/>
                      <a:pt x="210145" y="1097280"/>
                    </a:cubicBezTo>
                    <a:cubicBezTo>
                      <a:pt x="160615" y="1051560"/>
                      <a:pt x="116165" y="993140"/>
                      <a:pt x="85685" y="933450"/>
                    </a:cubicBezTo>
                    <a:cubicBezTo>
                      <a:pt x="53935" y="873760"/>
                      <a:pt x="29805" y="805180"/>
                      <a:pt x="19645" y="739140"/>
                    </a:cubicBezTo>
                    <a:cubicBezTo>
                      <a:pt x="8215" y="671830"/>
                      <a:pt x="8215" y="599440"/>
                      <a:pt x="19645" y="533400"/>
                    </a:cubicBezTo>
                    <a:cubicBezTo>
                      <a:pt x="31075" y="466090"/>
                      <a:pt x="53935" y="398780"/>
                      <a:pt x="85685" y="337820"/>
                    </a:cubicBezTo>
                    <a:cubicBezTo>
                      <a:pt x="117435" y="278130"/>
                      <a:pt x="160615" y="220980"/>
                      <a:pt x="210145" y="175260"/>
                    </a:cubicBezTo>
                    <a:cubicBezTo>
                      <a:pt x="258405" y="128270"/>
                      <a:pt x="318095" y="87630"/>
                      <a:pt x="380325" y="59690"/>
                    </a:cubicBezTo>
                    <a:cubicBezTo>
                      <a:pt x="441285" y="30480"/>
                      <a:pt x="511135" y="11430"/>
                      <a:pt x="578445" y="3810"/>
                    </a:cubicBezTo>
                    <a:cubicBezTo>
                      <a:pt x="645755" y="-2540"/>
                      <a:pt x="716875" y="1270"/>
                      <a:pt x="782915" y="15240"/>
                    </a:cubicBezTo>
                    <a:cubicBezTo>
                      <a:pt x="848955" y="30480"/>
                      <a:pt x="916265" y="57150"/>
                      <a:pt x="974685" y="91440"/>
                    </a:cubicBezTo>
                    <a:cubicBezTo>
                      <a:pt x="1031835" y="127000"/>
                      <a:pt x="1087715" y="172720"/>
                      <a:pt x="1130895" y="224790"/>
                    </a:cubicBezTo>
                    <a:cubicBezTo>
                      <a:pt x="1175345" y="276860"/>
                      <a:pt x="1212175" y="337820"/>
                      <a:pt x="1237575" y="401320"/>
                    </a:cubicBezTo>
                    <a:cubicBezTo>
                      <a:pt x="1261705" y="463550"/>
                      <a:pt x="1278215" y="534670"/>
                      <a:pt x="1280755" y="601980"/>
                    </a:cubicBezTo>
                    <a:cubicBezTo>
                      <a:pt x="1284565" y="669290"/>
                      <a:pt x="1276945" y="741680"/>
                      <a:pt x="1259165" y="806450"/>
                    </a:cubicBezTo>
                    <a:cubicBezTo>
                      <a:pt x="1241385" y="871220"/>
                      <a:pt x="1210905" y="937260"/>
                      <a:pt x="1172805" y="993140"/>
                    </a:cubicBezTo>
                    <a:cubicBezTo>
                      <a:pt x="1134705" y="1049020"/>
                      <a:pt x="1085175" y="1101090"/>
                      <a:pt x="1030565" y="1141730"/>
                    </a:cubicBezTo>
                    <a:cubicBezTo>
                      <a:pt x="977225" y="1183640"/>
                      <a:pt x="913725" y="1216660"/>
                      <a:pt x="848955" y="1238250"/>
                    </a:cubicBezTo>
                    <a:cubicBezTo>
                      <a:pt x="785455" y="1259840"/>
                      <a:pt x="709255" y="1270000"/>
                      <a:pt x="647025" y="1271270"/>
                    </a:cubicBezTo>
                    <a:cubicBezTo>
                      <a:pt x="592415" y="1273810"/>
                      <a:pt x="544155" y="1267460"/>
                      <a:pt x="494625" y="1256030"/>
                    </a:cubicBezTo>
                    <a:cubicBezTo>
                      <a:pt x="445095" y="1244600"/>
                      <a:pt x="395565" y="1226820"/>
                      <a:pt x="349845" y="1203960"/>
                    </a:cubicBezTo>
                    <a:cubicBezTo>
                      <a:pt x="304125" y="1181100"/>
                      <a:pt x="260945" y="1151890"/>
                      <a:pt x="222845" y="1118870"/>
                    </a:cubicBezTo>
                    <a:cubicBezTo>
                      <a:pt x="183475" y="1085850"/>
                      <a:pt x="147915" y="1047750"/>
                      <a:pt x="118705" y="1007110"/>
                    </a:cubicBezTo>
                    <a:cubicBezTo>
                      <a:pt x="89495" y="965200"/>
                      <a:pt x="64095" y="919480"/>
                      <a:pt x="45045" y="872490"/>
                    </a:cubicBezTo>
                    <a:cubicBezTo>
                      <a:pt x="25995" y="825500"/>
                      <a:pt x="13295" y="774700"/>
                      <a:pt x="5675" y="723900"/>
                    </a:cubicBezTo>
                    <a:cubicBezTo>
                      <a:pt x="-675" y="673100"/>
                      <a:pt x="-1945" y="621030"/>
                      <a:pt x="3135" y="570230"/>
                    </a:cubicBezTo>
                    <a:cubicBezTo>
                      <a:pt x="8215" y="520700"/>
                      <a:pt x="19645" y="468630"/>
                      <a:pt x="37425" y="421640"/>
                    </a:cubicBezTo>
                    <a:cubicBezTo>
                      <a:pt x="53935" y="373380"/>
                      <a:pt x="78065" y="326390"/>
                      <a:pt x="106005" y="284480"/>
                    </a:cubicBezTo>
                    <a:cubicBezTo>
                      <a:pt x="133945" y="242570"/>
                      <a:pt x="168235" y="201930"/>
                      <a:pt x="205065" y="167640"/>
                    </a:cubicBezTo>
                    <a:cubicBezTo>
                      <a:pt x="243165" y="133350"/>
                      <a:pt x="285075" y="102870"/>
                      <a:pt x="329525" y="78740"/>
                    </a:cubicBezTo>
                    <a:cubicBezTo>
                      <a:pt x="375245" y="54610"/>
                      <a:pt x="423505" y="34290"/>
                      <a:pt x="473035" y="21590"/>
                    </a:cubicBezTo>
                    <a:cubicBezTo>
                      <a:pt x="521295" y="8890"/>
                      <a:pt x="624165" y="0"/>
                      <a:pt x="62416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2" name="Group 102"/>
            <p:cNvGrpSpPr/>
            <p:nvPr/>
          </p:nvGrpSpPr>
          <p:grpSpPr>
            <a:xfrm rot="0">
              <a:off x="9067800" y="458470"/>
              <a:ext cx="1391920" cy="1374140"/>
              <a:chOff x="0" y="0"/>
              <a:chExt cx="1391920" cy="1374140"/>
            </a:xfrm>
          </p:grpSpPr>
          <p:sp>
            <p:nvSpPr>
              <p:cNvPr id="103" name="Freeform 103"/>
              <p:cNvSpPr/>
              <p:nvPr/>
            </p:nvSpPr>
            <p:spPr>
              <a:xfrm>
                <a:off x="47829" y="50800"/>
                <a:ext cx="1292974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974" h="1273181">
                    <a:moveTo>
                      <a:pt x="657021" y="0"/>
                    </a:moveTo>
                    <a:cubicBezTo>
                      <a:pt x="923721" y="55880"/>
                      <a:pt x="987221" y="88900"/>
                      <a:pt x="1041831" y="130810"/>
                    </a:cubicBezTo>
                    <a:cubicBezTo>
                      <a:pt x="1095171" y="171450"/>
                      <a:pt x="1144701" y="223520"/>
                      <a:pt x="1182801" y="279400"/>
                    </a:cubicBezTo>
                    <a:cubicBezTo>
                      <a:pt x="1220901" y="335280"/>
                      <a:pt x="1251381" y="401320"/>
                      <a:pt x="1269161" y="466090"/>
                    </a:cubicBezTo>
                    <a:cubicBezTo>
                      <a:pt x="1288211" y="532130"/>
                      <a:pt x="1295831" y="603250"/>
                      <a:pt x="1292021" y="670560"/>
                    </a:cubicBezTo>
                    <a:cubicBezTo>
                      <a:pt x="1288211" y="739140"/>
                      <a:pt x="1272971" y="808990"/>
                      <a:pt x="1247571" y="872490"/>
                    </a:cubicBezTo>
                    <a:cubicBezTo>
                      <a:pt x="1222171" y="934720"/>
                      <a:pt x="1185341" y="996950"/>
                      <a:pt x="1140891" y="1047750"/>
                    </a:cubicBezTo>
                    <a:cubicBezTo>
                      <a:pt x="1097711" y="1099820"/>
                      <a:pt x="1043101" y="1146810"/>
                      <a:pt x="984681" y="1181100"/>
                    </a:cubicBezTo>
                    <a:cubicBezTo>
                      <a:pt x="926261" y="1216660"/>
                      <a:pt x="858951" y="1243330"/>
                      <a:pt x="792911" y="1257300"/>
                    </a:cubicBezTo>
                    <a:cubicBezTo>
                      <a:pt x="726871" y="1272540"/>
                      <a:pt x="655751" y="1276350"/>
                      <a:pt x="588441" y="1268730"/>
                    </a:cubicBezTo>
                    <a:cubicBezTo>
                      <a:pt x="521131" y="1261110"/>
                      <a:pt x="451281" y="1242060"/>
                      <a:pt x="389051" y="1214120"/>
                    </a:cubicBezTo>
                    <a:cubicBezTo>
                      <a:pt x="328091" y="1184910"/>
                      <a:pt x="268401" y="1144270"/>
                      <a:pt x="218871" y="1098550"/>
                    </a:cubicBezTo>
                    <a:cubicBezTo>
                      <a:pt x="170611" y="1051560"/>
                      <a:pt x="126161" y="994410"/>
                      <a:pt x="94411" y="934720"/>
                    </a:cubicBezTo>
                    <a:cubicBezTo>
                      <a:pt x="62661" y="875030"/>
                      <a:pt x="39801" y="806450"/>
                      <a:pt x="29641" y="739140"/>
                    </a:cubicBezTo>
                    <a:cubicBezTo>
                      <a:pt x="18211" y="673100"/>
                      <a:pt x="18211" y="600710"/>
                      <a:pt x="29641" y="533400"/>
                    </a:cubicBezTo>
                    <a:cubicBezTo>
                      <a:pt x="39801" y="467360"/>
                      <a:pt x="62661" y="398780"/>
                      <a:pt x="94411" y="339090"/>
                    </a:cubicBezTo>
                    <a:cubicBezTo>
                      <a:pt x="126161" y="279400"/>
                      <a:pt x="170611" y="220980"/>
                      <a:pt x="218871" y="175260"/>
                    </a:cubicBezTo>
                    <a:cubicBezTo>
                      <a:pt x="268401" y="128270"/>
                      <a:pt x="328091" y="87630"/>
                      <a:pt x="390321" y="59690"/>
                    </a:cubicBezTo>
                    <a:cubicBezTo>
                      <a:pt x="451281" y="30480"/>
                      <a:pt x="521131" y="11430"/>
                      <a:pt x="588441" y="3810"/>
                    </a:cubicBezTo>
                    <a:cubicBezTo>
                      <a:pt x="655751" y="-2540"/>
                      <a:pt x="726871" y="1270"/>
                      <a:pt x="792911" y="15240"/>
                    </a:cubicBezTo>
                    <a:cubicBezTo>
                      <a:pt x="860221" y="30480"/>
                      <a:pt x="926261" y="57150"/>
                      <a:pt x="984681" y="91440"/>
                    </a:cubicBezTo>
                    <a:cubicBezTo>
                      <a:pt x="1043101" y="127000"/>
                      <a:pt x="1097711" y="173990"/>
                      <a:pt x="1140891" y="224790"/>
                    </a:cubicBezTo>
                    <a:cubicBezTo>
                      <a:pt x="1185341" y="276860"/>
                      <a:pt x="1222171" y="337820"/>
                      <a:pt x="1247571" y="401320"/>
                    </a:cubicBezTo>
                    <a:cubicBezTo>
                      <a:pt x="1272971" y="464820"/>
                      <a:pt x="1288211" y="534670"/>
                      <a:pt x="1292021" y="601980"/>
                    </a:cubicBezTo>
                    <a:cubicBezTo>
                      <a:pt x="1295831" y="669290"/>
                      <a:pt x="1288211" y="741680"/>
                      <a:pt x="1269161" y="806450"/>
                    </a:cubicBezTo>
                    <a:cubicBezTo>
                      <a:pt x="1251381" y="872490"/>
                      <a:pt x="1220901" y="937260"/>
                      <a:pt x="1182801" y="993140"/>
                    </a:cubicBezTo>
                    <a:cubicBezTo>
                      <a:pt x="1144701" y="1050290"/>
                      <a:pt x="1095171" y="1102360"/>
                      <a:pt x="1041831" y="1143000"/>
                    </a:cubicBezTo>
                    <a:cubicBezTo>
                      <a:pt x="987221" y="1183640"/>
                      <a:pt x="923721" y="1217930"/>
                      <a:pt x="860221" y="1239520"/>
                    </a:cubicBezTo>
                    <a:cubicBezTo>
                      <a:pt x="795451" y="1261110"/>
                      <a:pt x="719251" y="1270000"/>
                      <a:pt x="657021" y="1272540"/>
                    </a:cubicBezTo>
                    <a:cubicBezTo>
                      <a:pt x="602411" y="1275080"/>
                      <a:pt x="554151" y="1270000"/>
                      <a:pt x="503351" y="1258570"/>
                    </a:cubicBezTo>
                    <a:cubicBezTo>
                      <a:pt x="453821" y="1248410"/>
                      <a:pt x="404291" y="1231900"/>
                      <a:pt x="358571" y="1209040"/>
                    </a:cubicBezTo>
                    <a:cubicBezTo>
                      <a:pt x="312851" y="1187450"/>
                      <a:pt x="268401" y="1158240"/>
                      <a:pt x="230301" y="1126490"/>
                    </a:cubicBezTo>
                    <a:cubicBezTo>
                      <a:pt x="190931" y="1093470"/>
                      <a:pt x="154101" y="1055370"/>
                      <a:pt x="124891" y="1014730"/>
                    </a:cubicBezTo>
                    <a:cubicBezTo>
                      <a:pt x="94411" y="974090"/>
                      <a:pt x="69011" y="928370"/>
                      <a:pt x="48691" y="881380"/>
                    </a:cubicBezTo>
                    <a:cubicBezTo>
                      <a:pt x="29641" y="834390"/>
                      <a:pt x="15671" y="783590"/>
                      <a:pt x="8051" y="732790"/>
                    </a:cubicBezTo>
                    <a:cubicBezTo>
                      <a:pt x="-839" y="683260"/>
                      <a:pt x="-2109" y="631190"/>
                      <a:pt x="2971" y="580390"/>
                    </a:cubicBezTo>
                    <a:cubicBezTo>
                      <a:pt x="6781" y="529590"/>
                      <a:pt x="18211" y="477520"/>
                      <a:pt x="34721" y="430530"/>
                    </a:cubicBezTo>
                    <a:cubicBezTo>
                      <a:pt x="51231" y="382270"/>
                      <a:pt x="74091" y="334010"/>
                      <a:pt x="102031" y="292100"/>
                    </a:cubicBezTo>
                    <a:cubicBezTo>
                      <a:pt x="128701" y="248920"/>
                      <a:pt x="162991" y="208280"/>
                      <a:pt x="199821" y="173990"/>
                    </a:cubicBezTo>
                    <a:cubicBezTo>
                      <a:pt x="236651" y="139700"/>
                      <a:pt x="278561" y="107950"/>
                      <a:pt x="323011" y="82550"/>
                    </a:cubicBezTo>
                    <a:cubicBezTo>
                      <a:pt x="367461" y="58420"/>
                      <a:pt x="415721" y="38100"/>
                      <a:pt x="465251" y="24130"/>
                    </a:cubicBezTo>
                    <a:cubicBezTo>
                      <a:pt x="513511" y="10160"/>
                      <a:pt x="616381" y="0"/>
                      <a:pt x="616381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4" name="Group 104"/>
            <p:cNvGrpSpPr/>
            <p:nvPr/>
          </p:nvGrpSpPr>
          <p:grpSpPr>
            <a:xfrm rot="0">
              <a:off x="9189720" y="410210"/>
              <a:ext cx="1360170" cy="1360170"/>
              <a:chOff x="0" y="0"/>
              <a:chExt cx="1360170" cy="1360170"/>
            </a:xfrm>
          </p:grpSpPr>
          <p:sp>
            <p:nvSpPr>
              <p:cNvPr id="105" name="Freeform 105"/>
              <p:cNvSpPr/>
              <p:nvPr/>
            </p:nvSpPr>
            <p:spPr>
              <a:xfrm>
                <a:off x="50032" y="40910"/>
                <a:ext cx="1241558" cy="1268335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8335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6118" y="1212580"/>
                    </a:cubicBezTo>
                    <a:cubicBezTo>
                      <a:pt x="805948" y="1253220"/>
                      <a:pt x="694188" y="1273540"/>
                      <a:pt x="596398" y="1267190"/>
                    </a:cubicBezTo>
                    <a:cubicBezTo>
                      <a:pt x="498608" y="1262110"/>
                      <a:pt x="390658" y="1227820"/>
                      <a:pt x="306838" y="1177020"/>
                    </a:cubicBezTo>
                    <a:cubicBezTo>
                      <a:pt x="221748" y="1126220"/>
                      <a:pt x="143008" y="104621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798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6" name="Group 106"/>
            <p:cNvGrpSpPr/>
            <p:nvPr/>
          </p:nvGrpSpPr>
          <p:grpSpPr>
            <a:xfrm rot="0">
              <a:off x="9364980" y="194310"/>
              <a:ext cx="1360170" cy="1360170"/>
              <a:chOff x="0" y="0"/>
              <a:chExt cx="1360170" cy="1360170"/>
            </a:xfrm>
          </p:grpSpPr>
          <p:sp>
            <p:nvSpPr>
              <p:cNvPr id="107" name="Freeform 107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08" name="Group 108"/>
            <p:cNvGrpSpPr/>
            <p:nvPr/>
          </p:nvGrpSpPr>
          <p:grpSpPr>
            <a:xfrm rot="0">
              <a:off x="9968230" y="675640"/>
              <a:ext cx="1360170" cy="1360170"/>
              <a:chOff x="0" y="0"/>
              <a:chExt cx="1360170" cy="1360170"/>
            </a:xfrm>
          </p:grpSpPr>
          <p:sp>
            <p:nvSpPr>
              <p:cNvPr id="109" name="Freeform 109"/>
              <p:cNvSpPr/>
              <p:nvPr/>
            </p:nvSpPr>
            <p:spPr>
              <a:xfrm>
                <a:off x="49655" y="40910"/>
                <a:ext cx="1240665" cy="1269227"/>
              </a:xfrm>
              <a:custGeom>
                <a:avLst/>
                <a:gdLst/>
                <a:ahLst/>
                <a:cxnLst/>
                <a:rect l="l" t="t" r="r" b="b"/>
                <a:pathLst>
                  <a:path w="1240665" h="1269227">
                    <a:moveTo>
                      <a:pt x="1240665" y="445500"/>
                    </a:moveTo>
                    <a:cubicBezTo>
                      <a:pt x="1240665" y="845550"/>
                      <a:pt x="1194945" y="948420"/>
                      <a:pt x="1133985" y="1025890"/>
                    </a:cubicBezTo>
                    <a:cubicBezTo>
                      <a:pt x="1073025" y="1103360"/>
                      <a:pt x="984125" y="1173210"/>
                      <a:pt x="895225" y="1212580"/>
                    </a:cubicBezTo>
                    <a:cubicBezTo>
                      <a:pt x="805055" y="1253220"/>
                      <a:pt x="694565" y="1273540"/>
                      <a:pt x="595505" y="1268460"/>
                    </a:cubicBezTo>
                    <a:cubicBezTo>
                      <a:pt x="497715" y="1262110"/>
                      <a:pt x="389765" y="1227820"/>
                      <a:pt x="305945" y="1177020"/>
                    </a:cubicBezTo>
                    <a:cubicBezTo>
                      <a:pt x="222125" y="1126220"/>
                      <a:pt x="142115" y="104621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512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2835" y="27670"/>
                    </a:cubicBezTo>
                    <a:cubicBezTo>
                      <a:pt x="91681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0" name="Group 110"/>
            <p:cNvGrpSpPr/>
            <p:nvPr/>
          </p:nvGrpSpPr>
          <p:grpSpPr>
            <a:xfrm rot="0">
              <a:off x="9762490" y="0"/>
              <a:ext cx="1360170" cy="1360170"/>
              <a:chOff x="0" y="0"/>
              <a:chExt cx="1360170" cy="136017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8" h="1269219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300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2" name="Group 112"/>
            <p:cNvGrpSpPr/>
            <p:nvPr/>
          </p:nvGrpSpPr>
          <p:grpSpPr>
            <a:xfrm rot="0">
              <a:off x="2085340" y="676910"/>
              <a:ext cx="1360170" cy="1360170"/>
              <a:chOff x="0" y="0"/>
              <a:chExt cx="1360170" cy="1360170"/>
            </a:xfrm>
          </p:grpSpPr>
          <p:sp>
            <p:nvSpPr>
              <p:cNvPr id="113" name="Freeform 113"/>
              <p:cNvSpPr/>
              <p:nvPr/>
            </p:nvSpPr>
            <p:spPr>
              <a:xfrm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19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4" name="Group 114"/>
            <p:cNvGrpSpPr/>
            <p:nvPr/>
          </p:nvGrpSpPr>
          <p:grpSpPr>
            <a:xfrm rot="0">
              <a:off x="1963420" y="656590"/>
              <a:ext cx="1360170" cy="1360170"/>
              <a:chOff x="0" y="0"/>
              <a:chExt cx="1360170" cy="1360170"/>
            </a:xfrm>
          </p:grpSpPr>
          <p:sp>
            <p:nvSpPr>
              <p:cNvPr id="115" name="Freeform 115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5165"/>
                      <a:pt x="1195837" y="94930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8185"/>
                      <a:pt x="7117" y="77150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6" name="Group 116"/>
            <p:cNvGrpSpPr/>
            <p:nvPr/>
          </p:nvGrpSpPr>
          <p:grpSpPr>
            <a:xfrm rot="0">
              <a:off x="1860550" y="615950"/>
              <a:ext cx="1360170" cy="1360170"/>
              <a:chOff x="0" y="0"/>
              <a:chExt cx="1360170" cy="1360170"/>
            </a:xfrm>
          </p:grpSpPr>
          <p:sp>
            <p:nvSpPr>
              <p:cNvPr id="117" name="Freeform 117"/>
              <p:cNvSpPr/>
              <p:nvPr/>
            </p:nvSpPr>
            <p:spPr>
              <a:xfrm>
                <a:off x="49655" y="41295"/>
                <a:ext cx="1240690" cy="1269220"/>
              </a:xfrm>
              <a:custGeom>
                <a:avLst/>
                <a:gdLst/>
                <a:ahLst/>
                <a:cxnLst/>
                <a:rect l="l" t="t" r="r" b="b"/>
                <a:pathLst>
                  <a:path w="1240690" h="1269220">
                    <a:moveTo>
                      <a:pt x="1240665" y="44638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18" name="Group 118"/>
            <p:cNvGrpSpPr/>
            <p:nvPr/>
          </p:nvGrpSpPr>
          <p:grpSpPr>
            <a:xfrm rot="0">
              <a:off x="1165860" y="1371600"/>
              <a:ext cx="1360170" cy="1360170"/>
              <a:chOff x="0" y="0"/>
              <a:chExt cx="1360170" cy="1360170"/>
            </a:xfrm>
          </p:grpSpPr>
          <p:sp>
            <p:nvSpPr>
              <p:cNvPr id="119" name="Freeform 119"/>
              <p:cNvSpPr/>
              <p:nvPr/>
            </p:nvSpPr>
            <p:spPr>
              <a:xfrm>
                <a:off x="49655" y="41295"/>
                <a:ext cx="1241935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935" h="1269219">
                    <a:moveTo>
                      <a:pt x="1241935" y="445115"/>
                    </a:moveTo>
                    <a:cubicBezTo>
                      <a:pt x="1241935" y="845165"/>
                      <a:pt x="119621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0" name="Group 120"/>
            <p:cNvGrpSpPr/>
            <p:nvPr/>
          </p:nvGrpSpPr>
          <p:grpSpPr>
            <a:xfrm rot="0">
              <a:off x="819150" y="1085850"/>
              <a:ext cx="1360170" cy="1360170"/>
              <a:chOff x="0" y="0"/>
              <a:chExt cx="1360170" cy="1360170"/>
            </a:xfrm>
          </p:grpSpPr>
          <p:sp>
            <p:nvSpPr>
              <p:cNvPr id="121" name="Freeform 121"/>
              <p:cNvSpPr/>
              <p:nvPr/>
            </p:nvSpPr>
            <p:spPr>
              <a:xfrm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219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2" name="Group 122"/>
            <p:cNvGrpSpPr/>
            <p:nvPr/>
          </p:nvGrpSpPr>
          <p:grpSpPr>
            <a:xfrm rot="0">
              <a:off x="349250" y="1278890"/>
              <a:ext cx="1391920" cy="1374140"/>
              <a:chOff x="0" y="0"/>
              <a:chExt cx="1391920" cy="1374140"/>
            </a:xfrm>
          </p:grpSpPr>
          <p:sp>
            <p:nvSpPr>
              <p:cNvPr id="123" name="Freeform 123"/>
              <p:cNvSpPr/>
              <p:nvPr/>
            </p:nvSpPr>
            <p:spPr>
              <a:xfrm>
                <a:off x="49842" y="50608"/>
                <a:ext cx="1292089" cy="1272732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2732">
                    <a:moveTo>
                      <a:pt x="635958" y="1272732"/>
                    </a:moveTo>
                    <a:cubicBezTo>
                      <a:pt x="367988" y="1218122"/>
                      <a:pt x="304488" y="1183832"/>
                      <a:pt x="251148" y="1143192"/>
                    </a:cubicBezTo>
                    <a:cubicBezTo>
                      <a:pt x="196538" y="1102552"/>
                      <a:pt x="147008" y="1049212"/>
                      <a:pt x="108908" y="993332"/>
                    </a:cubicBezTo>
                    <a:cubicBezTo>
                      <a:pt x="70808" y="937452"/>
                      <a:pt x="40328" y="872682"/>
                      <a:pt x="22548" y="806642"/>
                    </a:cubicBezTo>
                    <a:cubicBezTo>
                      <a:pt x="4768" y="741872"/>
                      <a:pt x="-2852" y="669482"/>
                      <a:pt x="958" y="602172"/>
                    </a:cubicBezTo>
                    <a:cubicBezTo>
                      <a:pt x="3498" y="534862"/>
                      <a:pt x="20008" y="463742"/>
                      <a:pt x="44138" y="401512"/>
                    </a:cubicBezTo>
                    <a:cubicBezTo>
                      <a:pt x="69538" y="338012"/>
                      <a:pt x="106368" y="277052"/>
                      <a:pt x="150818" y="224982"/>
                    </a:cubicBezTo>
                    <a:cubicBezTo>
                      <a:pt x="193998" y="172912"/>
                      <a:pt x="249878" y="127192"/>
                      <a:pt x="307028" y="91632"/>
                    </a:cubicBezTo>
                    <a:cubicBezTo>
                      <a:pt x="365448" y="57342"/>
                      <a:pt x="432758" y="30672"/>
                      <a:pt x="498798" y="15432"/>
                    </a:cubicBezTo>
                    <a:cubicBezTo>
                      <a:pt x="564838" y="1462"/>
                      <a:pt x="637228" y="-2348"/>
                      <a:pt x="704538" y="4002"/>
                    </a:cubicBezTo>
                    <a:cubicBezTo>
                      <a:pt x="771848" y="11622"/>
                      <a:pt x="841698" y="30672"/>
                      <a:pt x="902658" y="59882"/>
                    </a:cubicBezTo>
                    <a:cubicBezTo>
                      <a:pt x="963618" y="87822"/>
                      <a:pt x="1023308" y="128462"/>
                      <a:pt x="1072838" y="175452"/>
                    </a:cubicBezTo>
                    <a:cubicBezTo>
                      <a:pt x="1122368" y="221172"/>
                      <a:pt x="1165548" y="279592"/>
                      <a:pt x="1197298" y="339282"/>
                    </a:cubicBezTo>
                    <a:cubicBezTo>
                      <a:pt x="1229048" y="398972"/>
                      <a:pt x="1251908" y="467552"/>
                      <a:pt x="1263338" y="533592"/>
                    </a:cubicBezTo>
                    <a:cubicBezTo>
                      <a:pt x="1273498" y="600902"/>
                      <a:pt x="1273498" y="673292"/>
                      <a:pt x="1263338" y="739332"/>
                    </a:cubicBezTo>
                    <a:cubicBezTo>
                      <a:pt x="1251908" y="806642"/>
                      <a:pt x="1229048" y="875222"/>
                      <a:pt x="1197298" y="934912"/>
                    </a:cubicBezTo>
                    <a:cubicBezTo>
                      <a:pt x="1165548" y="994602"/>
                      <a:pt x="1122368" y="1051752"/>
                      <a:pt x="1072838" y="1098742"/>
                    </a:cubicBezTo>
                    <a:cubicBezTo>
                      <a:pt x="1023308" y="1145732"/>
                      <a:pt x="963618" y="1185102"/>
                      <a:pt x="902658" y="1214312"/>
                    </a:cubicBezTo>
                    <a:cubicBezTo>
                      <a:pt x="840428" y="1242252"/>
                      <a:pt x="771848" y="1261302"/>
                      <a:pt x="704538" y="1268922"/>
                    </a:cubicBezTo>
                    <a:cubicBezTo>
                      <a:pt x="637228" y="1276542"/>
                      <a:pt x="564838" y="1272732"/>
                      <a:pt x="498798" y="1257492"/>
                    </a:cubicBezTo>
                    <a:cubicBezTo>
                      <a:pt x="432758" y="1243522"/>
                      <a:pt x="365448" y="1216852"/>
                      <a:pt x="307028" y="1181292"/>
                    </a:cubicBezTo>
                    <a:cubicBezTo>
                      <a:pt x="249878" y="1147002"/>
                      <a:pt x="193998" y="1100012"/>
                      <a:pt x="150818" y="1047942"/>
                    </a:cubicBezTo>
                    <a:cubicBezTo>
                      <a:pt x="106368" y="997142"/>
                      <a:pt x="69538" y="934912"/>
                      <a:pt x="44138" y="872682"/>
                    </a:cubicBezTo>
                    <a:cubicBezTo>
                      <a:pt x="20008" y="809182"/>
                      <a:pt x="3498" y="738062"/>
                      <a:pt x="958" y="670752"/>
                    </a:cubicBezTo>
                    <a:cubicBezTo>
                      <a:pt x="-2852" y="603442"/>
                      <a:pt x="4768" y="532322"/>
                      <a:pt x="22548" y="466282"/>
                    </a:cubicBezTo>
                    <a:cubicBezTo>
                      <a:pt x="40328" y="401512"/>
                      <a:pt x="70808" y="335472"/>
                      <a:pt x="108908" y="279592"/>
                    </a:cubicBezTo>
                    <a:cubicBezTo>
                      <a:pt x="147008" y="223712"/>
                      <a:pt x="196538" y="171642"/>
                      <a:pt x="251148" y="131002"/>
                    </a:cubicBezTo>
                    <a:cubicBezTo>
                      <a:pt x="304488" y="89092"/>
                      <a:pt x="367988" y="56072"/>
                      <a:pt x="432758" y="34482"/>
                    </a:cubicBezTo>
                    <a:cubicBezTo>
                      <a:pt x="496258" y="12892"/>
                      <a:pt x="572458" y="2732"/>
                      <a:pt x="635958" y="192"/>
                    </a:cubicBezTo>
                    <a:cubicBezTo>
                      <a:pt x="689298" y="-1078"/>
                      <a:pt x="738828" y="4002"/>
                      <a:pt x="788358" y="14162"/>
                    </a:cubicBezTo>
                    <a:cubicBezTo>
                      <a:pt x="837888" y="25592"/>
                      <a:pt x="887418" y="42102"/>
                      <a:pt x="933138" y="63692"/>
                    </a:cubicBezTo>
                    <a:cubicBezTo>
                      <a:pt x="978858" y="86552"/>
                      <a:pt x="1023308" y="114492"/>
                      <a:pt x="1062678" y="147512"/>
                    </a:cubicBezTo>
                    <a:cubicBezTo>
                      <a:pt x="1100778" y="179262"/>
                      <a:pt x="1137608" y="218632"/>
                      <a:pt x="1168088" y="259272"/>
                    </a:cubicBezTo>
                    <a:cubicBezTo>
                      <a:pt x="1197298" y="299912"/>
                      <a:pt x="1223968" y="345632"/>
                      <a:pt x="1243018" y="392622"/>
                    </a:cubicBezTo>
                    <a:cubicBezTo>
                      <a:pt x="1263338" y="439612"/>
                      <a:pt x="1277308" y="490412"/>
                      <a:pt x="1284928" y="539942"/>
                    </a:cubicBezTo>
                    <a:cubicBezTo>
                      <a:pt x="1292548" y="590742"/>
                      <a:pt x="1293818" y="642812"/>
                      <a:pt x="1290008" y="693612"/>
                    </a:cubicBezTo>
                    <a:cubicBezTo>
                      <a:pt x="1284928" y="744412"/>
                      <a:pt x="1273498" y="795212"/>
                      <a:pt x="1256988" y="843472"/>
                    </a:cubicBezTo>
                    <a:cubicBezTo>
                      <a:pt x="1240478" y="891732"/>
                      <a:pt x="1217618" y="938722"/>
                      <a:pt x="1190948" y="981902"/>
                    </a:cubicBezTo>
                    <a:cubicBezTo>
                      <a:pt x="1163008" y="1023812"/>
                      <a:pt x="1129988" y="1064452"/>
                      <a:pt x="1093158" y="1100012"/>
                    </a:cubicBezTo>
                    <a:cubicBezTo>
                      <a:pt x="1055058" y="1134302"/>
                      <a:pt x="1013148" y="1166052"/>
                      <a:pt x="968698" y="1190182"/>
                    </a:cubicBezTo>
                    <a:cubicBezTo>
                      <a:pt x="925518" y="1215582"/>
                      <a:pt x="875988" y="1235902"/>
                      <a:pt x="827728" y="1249872"/>
                    </a:cubicBezTo>
                    <a:cubicBezTo>
                      <a:pt x="778198" y="1263842"/>
                      <a:pt x="675328" y="1272732"/>
                      <a:pt x="675328" y="127273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4" name="Group 124"/>
            <p:cNvGrpSpPr/>
            <p:nvPr/>
          </p:nvGrpSpPr>
          <p:grpSpPr>
            <a:xfrm rot="0">
              <a:off x="716280" y="1748790"/>
              <a:ext cx="1391920" cy="1374140"/>
              <a:chOff x="0" y="0"/>
              <a:chExt cx="1391920" cy="1374140"/>
            </a:xfrm>
          </p:grpSpPr>
          <p:sp>
            <p:nvSpPr>
              <p:cNvPr id="125" name="Freeform 125"/>
              <p:cNvSpPr/>
              <p:nvPr/>
            </p:nvSpPr>
            <p:spPr>
              <a:xfrm>
                <a:off x="48720" y="50800"/>
                <a:ext cx="1292089" cy="1273181"/>
              </a:xfrm>
              <a:custGeom>
                <a:avLst/>
                <a:gdLst/>
                <a:ahLst/>
                <a:cxnLst/>
                <a:rect l="l" t="t" r="r" b="b"/>
                <a:pathLst>
                  <a:path w="1292089" h="1273181">
                    <a:moveTo>
                      <a:pt x="656130" y="0"/>
                    </a:moveTo>
                    <a:cubicBezTo>
                      <a:pt x="924100" y="55880"/>
                      <a:pt x="987600" y="88900"/>
                      <a:pt x="1040940" y="130810"/>
                    </a:cubicBezTo>
                    <a:cubicBezTo>
                      <a:pt x="1095550" y="171450"/>
                      <a:pt x="1145080" y="223520"/>
                      <a:pt x="1183180" y="279400"/>
                    </a:cubicBezTo>
                    <a:cubicBezTo>
                      <a:pt x="1221280" y="335280"/>
                      <a:pt x="1250490" y="401320"/>
                      <a:pt x="1269540" y="466090"/>
                    </a:cubicBezTo>
                    <a:cubicBezTo>
                      <a:pt x="1287320" y="532130"/>
                      <a:pt x="1294940" y="603250"/>
                      <a:pt x="1291130" y="670560"/>
                    </a:cubicBezTo>
                    <a:cubicBezTo>
                      <a:pt x="1287320" y="739140"/>
                      <a:pt x="1272080" y="808990"/>
                      <a:pt x="1246680" y="872490"/>
                    </a:cubicBezTo>
                    <a:cubicBezTo>
                      <a:pt x="1222550" y="934720"/>
                      <a:pt x="1184450" y="996950"/>
                      <a:pt x="1141270" y="1047750"/>
                    </a:cubicBezTo>
                    <a:cubicBezTo>
                      <a:pt x="1096820" y="1099820"/>
                      <a:pt x="1042210" y="1146810"/>
                      <a:pt x="983790" y="1181100"/>
                    </a:cubicBezTo>
                    <a:cubicBezTo>
                      <a:pt x="926640" y="1216660"/>
                      <a:pt x="859330" y="1243330"/>
                      <a:pt x="793290" y="1257300"/>
                    </a:cubicBezTo>
                    <a:cubicBezTo>
                      <a:pt x="727250" y="1272540"/>
                      <a:pt x="654860" y="1276350"/>
                      <a:pt x="587550" y="1268730"/>
                    </a:cubicBezTo>
                    <a:cubicBezTo>
                      <a:pt x="520240" y="1261110"/>
                      <a:pt x="450390" y="1242060"/>
                      <a:pt x="389430" y="1214120"/>
                    </a:cubicBezTo>
                    <a:cubicBezTo>
                      <a:pt x="327200" y="1184910"/>
                      <a:pt x="267510" y="1144270"/>
                      <a:pt x="219250" y="1098550"/>
                    </a:cubicBezTo>
                    <a:cubicBezTo>
                      <a:pt x="169720" y="1051560"/>
                      <a:pt x="126540" y="994410"/>
                      <a:pt x="94790" y="934720"/>
                    </a:cubicBezTo>
                    <a:cubicBezTo>
                      <a:pt x="63040" y="875030"/>
                      <a:pt x="38910" y="806450"/>
                      <a:pt x="28750" y="739140"/>
                    </a:cubicBezTo>
                    <a:cubicBezTo>
                      <a:pt x="17320" y="673100"/>
                      <a:pt x="17320" y="600710"/>
                      <a:pt x="28750" y="533400"/>
                    </a:cubicBezTo>
                    <a:cubicBezTo>
                      <a:pt x="40180" y="467360"/>
                      <a:pt x="63040" y="398780"/>
                      <a:pt x="94790" y="339090"/>
                    </a:cubicBezTo>
                    <a:cubicBezTo>
                      <a:pt x="126540" y="278130"/>
                      <a:pt x="169720" y="220980"/>
                      <a:pt x="219250" y="175260"/>
                    </a:cubicBezTo>
                    <a:cubicBezTo>
                      <a:pt x="267510" y="128270"/>
                      <a:pt x="328470" y="87630"/>
                      <a:pt x="389430" y="59690"/>
                    </a:cubicBezTo>
                    <a:cubicBezTo>
                      <a:pt x="450390" y="30480"/>
                      <a:pt x="520240" y="11430"/>
                      <a:pt x="587550" y="3810"/>
                    </a:cubicBezTo>
                    <a:cubicBezTo>
                      <a:pt x="654860" y="-2540"/>
                      <a:pt x="727250" y="1270"/>
                      <a:pt x="793290" y="15240"/>
                    </a:cubicBezTo>
                    <a:cubicBezTo>
                      <a:pt x="859330" y="30480"/>
                      <a:pt x="926640" y="57150"/>
                      <a:pt x="983790" y="91440"/>
                    </a:cubicBezTo>
                    <a:cubicBezTo>
                      <a:pt x="1042210" y="127000"/>
                      <a:pt x="1096820" y="172720"/>
                      <a:pt x="1141270" y="224790"/>
                    </a:cubicBezTo>
                    <a:cubicBezTo>
                      <a:pt x="1184450" y="276860"/>
                      <a:pt x="1222550" y="337820"/>
                      <a:pt x="1246680" y="401320"/>
                    </a:cubicBezTo>
                    <a:cubicBezTo>
                      <a:pt x="1272080" y="463550"/>
                      <a:pt x="1287320" y="534670"/>
                      <a:pt x="1291130" y="601980"/>
                    </a:cubicBezTo>
                    <a:cubicBezTo>
                      <a:pt x="1294940" y="669290"/>
                      <a:pt x="1287320" y="741680"/>
                      <a:pt x="1269540" y="806450"/>
                    </a:cubicBezTo>
                    <a:cubicBezTo>
                      <a:pt x="1250490" y="872490"/>
                      <a:pt x="1220010" y="937260"/>
                      <a:pt x="1183180" y="993140"/>
                    </a:cubicBezTo>
                    <a:cubicBezTo>
                      <a:pt x="1145080" y="1049020"/>
                      <a:pt x="1094280" y="1102360"/>
                      <a:pt x="1040940" y="1143000"/>
                    </a:cubicBezTo>
                    <a:cubicBezTo>
                      <a:pt x="987600" y="1183640"/>
                      <a:pt x="922830" y="1217930"/>
                      <a:pt x="859330" y="1239520"/>
                    </a:cubicBezTo>
                    <a:cubicBezTo>
                      <a:pt x="794560" y="1261110"/>
                      <a:pt x="719630" y="1270000"/>
                      <a:pt x="656130" y="1272540"/>
                    </a:cubicBezTo>
                    <a:cubicBezTo>
                      <a:pt x="601520" y="1275080"/>
                      <a:pt x="553260" y="1270000"/>
                      <a:pt x="503730" y="1258570"/>
                    </a:cubicBezTo>
                    <a:cubicBezTo>
                      <a:pt x="454200" y="1248410"/>
                      <a:pt x="403400" y="1230630"/>
                      <a:pt x="358950" y="1209040"/>
                    </a:cubicBezTo>
                    <a:cubicBezTo>
                      <a:pt x="313230" y="1187450"/>
                      <a:pt x="268780" y="1158240"/>
                      <a:pt x="229410" y="1126490"/>
                    </a:cubicBezTo>
                    <a:cubicBezTo>
                      <a:pt x="190040" y="1093470"/>
                      <a:pt x="154480" y="1055370"/>
                      <a:pt x="124000" y="1014730"/>
                    </a:cubicBezTo>
                    <a:cubicBezTo>
                      <a:pt x="93520" y="974090"/>
                      <a:pt x="68120" y="928370"/>
                      <a:pt x="49070" y="881380"/>
                    </a:cubicBezTo>
                    <a:cubicBezTo>
                      <a:pt x="28750" y="834390"/>
                      <a:pt x="14780" y="783590"/>
                      <a:pt x="7160" y="732790"/>
                    </a:cubicBezTo>
                    <a:cubicBezTo>
                      <a:pt x="-460" y="683260"/>
                      <a:pt x="-1730" y="629920"/>
                      <a:pt x="2080" y="580390"/>
                    </a:cubicBezTo>
                    <a:cubicBezTo>
                      <a:pt x="7160" y="529590"/>
                      <a:pt x="17320" y="477520"/>
                      <a:pt x="33830" y="429260"/>
                    </a:cubicBezTo>
                    <a:cubicBezTo>
                      <a:pt x="50340" y="382270"/>
                      <a:pt x="73200" y="334010"/>
                      <a:pt x="101140" y="292100"/>
                    </a:cubicBezTo>
                    <a:cubicBezTo>
                      <a:pt x="129080" y="248920"/>
                      <a:pt x="162100" y="208280"/>
                      <a:pt x="198930" y="173990"/>
                    </a:cubicBezTo>
                    <a:cubicBezTo>
                      <a:pt x="235760" y="138430"/>
                      <a:pt x="278940" y="107950"/>
                      <a:pt x="322120" y="82550"/>
                    </a:cubicBezTo>
                    <a:cubicBezTo>
                      <a:pt x="366570" y="57150"/>
                      <a:pt x="414830" y="38100"/>
                      <a:pt x="464360" y="24130"/>
                    </a:cubicBezTo>
                    <a:cubicBezTo>
                      <a:pt x="512620" y="10160"/>
                      <a:pt x="615490" y="0"/>
                      <a:pt x="61549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6" name="Group 126"/>
            <p:cNvGrpSpPr/>
            <p:nvPr/>
          </p:nvGrpSpPr>
          <p:grpSpPr>
            <a:xfrm rot="0">
              <a:off x="9935210" y="1137920"/>
              <a:ext cx="1391920" cy="1391920"/>
              <a:chOff x="0" y="0"/>
              <a:chExt cx="1391920" cy="1391920"/>
            </a:xfrm>
          </p:grpSpPr>
          <p:sp>
            <p:nvSpPr>
              <p:cNvPr id="127" name="Freeform 127"/>
              <p:cNvSpPr/>
              <p:nvPr/>
            </p:nvSpPr>
            <p:spPr>
              <a:xfrm>
                <a:off x="47136" y="48077"/>
                <a:ext cx="1294103" cy="1291933"/>
              </a:xfrm>
              <a:custGeom>
                <a:avLst/>
                <a:gdLst/>
                <a:ahLst/>
                <a:cxnLst/>
                <a:rect l="l" t="t" r="r" b="b"/>
                <a:pathLst>
                  <a:path w="1294103" h="1291933">
                    <a:moveTo>
                      <a:pt x="210674" y="184333"/>
                    </a:moveTo>
                    <a:cubicBezTo>
                      <a:pt x="468484" y="23043"/>
                      <a:pt x="537064" y="7803"/>
                      <a:pt x="605644" y="2723"/>
                    </a:cubicBezTo>
                    <a:cubicBezTo>
                      <a:pt x="672954" y="-3627"/>
                      <a:pt x="744074" y="2723"/>
                      <a:pt x="810114" y="17963"/>
                    </a:cubicBezTo>
                    <a:cubicBezTo>
                      <a:pt x="876154" y="34473"/>
                      <a:pt x="942194" y="63683"/>
                      <a:pt x="999344" y="99243"/>
                    </a:cubicBezTo>
                    <a:cubicBezTo>
                      <a:pt x="1056494" y="136073"/>
                      <a:pt x="1111104" y="184333"/>
                      <a:pt x="1153014" y="236403"/>
                    </a:cubicBezTo>
                    <a:cubicBezTo>
                      <a:pt x="1196194" y="289743"/>
                      <a:pt x="1231754" y="351973"/>
                      <a:pt x="1254614" y="415473"/>
                    </a:cubicBezTo>
                    <a:cubicBezTo>
                      <a:pt x="1278744" y="478973"/>
                      <a:pt x="1291444" y="550093"/>
                      <a:pt x="1293984" y="618673"/>
                    </a:cubicBezTo>
                    <a:cubicBezTo>
                      <a:pt x="1295254" y="685983"/>
                      <a:pt x="1286364" y="757103"/>
                      <a:pt x="1266044" y="821873"/>
                    </a:cubicBezTo>
                    <a:cubicBezTo>
                      <a:pt x="1246994" y="886643"/>
                      <a:pt x="1215244" y="951413"/>
                      <a:pt x="1174604" y="1007293"/>
                    </a:cubicBezTo>
                    <a:cubicBezTo>
                      <a:pt x="1135234" y="1061903"/>
                      <a:pt x="1084434" y="1112703"/>
                      <a:pt x="1029824" y="1153343"/>
                    </a:cubicBezTo>
                    <a:cubicBezTo>
                      <a:pt x="975214" y="1192713"/>
                      <a:pt x="910444" y="1224463"/>
                      <a:pt x="845674" y="1244783"/>
                    </a:cubicBezTo>
                    <a:cubicBezTo>
                      <a:pt x="780904" y="1265103"/>
                      <a:pt x="708514" y="1273993"/>
                      <a:pt x="641204" y="1272723"/>
                    </a:cubicBezTo>
                    <a:cubicBezTo>
                      <a:pt x="573894" y="1271453"/>
                      <a:pt x="502774" y="1257483"/>
                      <a:pt x="439274" y="1234623"/>
                    </a:cubicBezTo>
                    <a:cubicBezTo>
                      <a:pt x="375774" y="1210493"/>
                      <a:pt x="312274" y="1174933"/>
                      <a:pt x="260204" y="1133023"/>
                    </a:cubicBezTo>
                    <a:cubicBezTo>
                      <a:pt x="206864" y="1091113"/>
                      <a:pt x="158604" y="1036503"/>
                      <a:pt x="121774" y="980623"/>
                    </a:cubicBezTo>
                    <a:cubicBezTo>
                      <a:pt x="84944" y="923473"/>
                      <a:pt x="57004" y="856163"/>
                      <a:pt x="40494" y="791393"/>
                    </a:cubicBezTo>
                    <a:cubicBezTo>
                      <a:pt x="23984" y="725353"/>
                      <a:pt x="17634" y="652963"/>
                      <a:pt x="22714" y="585653"/>
                    </a:cubicBezTo>
                    <a:cubicBezTo>
                      <a:pt x="29064" y="518343"/>
                      <a:pt x="45574" y="448493"/>
                      <a:pt x="72244" y="386263"/>
                    </a:cubicBezTo>
                    <a:cubicBezTo>
                      <a:pt x="98914" y="324033"/>
                      <a:pt x="138284" y="263073"/>
                      <a:pt x="182734" y="212273"/>
                    </a:cubicBezTo>
                    <a:cubicBezTo>
                      <a:pt x="228454" y="161473"/>
                      <a:pt x="284334" y="115753"/>
                      <a:pt x="344024" y="82733"/>
                    </a:cubicBezTo>
                    <a:cubicBezTo>
                      <a:pt x="402444" y="49713"/>
                      <a:pt x="471024" y="24313"/>
                      <a:pt x="537064" y="11613"/>
                    </a:cubicBezTo>
                    <a:cubicBezTo>
                      <a:pt x="603104" y="-1087"/>
                      <a:pt x="675494" y="-3627"/>
                      <a:pt x="742804" y="5263"/>
                    </a:cubicBezTo>
                    <a:cubicBezTo>
                      <a:pt x="810114" y="14153"/>
                      <a:pt x="878694" y="35743"/>
                      <a:pt x="939654" y="66223"/>
                    </a:cubicBezTo>
                    <a:cubicBezTo>
                      <a:pt x="1000614" y="95433"/>
                      <a:pt x="1059034" y="137343"/>
                      <a:pt x="1107294" y="185603"/>
                    </a:cubicBezTo>
                    <a:cubicBezTo>
                      <a:pt x="1155554" y="233863"/>
                      <a:pt x="1197464" y="292283"/>
                      <a:pt x="1227944" y="353243"/>
                    </a:cubicBezTo>
                    <a:cubicBezTo>
                      <a:pt x="1257154" y="412933"/>
                      <a:pt x="1278744" y="482783"/>
                      <a:pt x="1287634" y="550093"/>
                    </a:cubicBezTo>
                    <a:cubicBezTo>
                      <a:pt x="1297794" y="617403"/>
                      <a:pt x="1295254" y="688523"/>
                      <a:pt x="1282554" y="755833"/>
                    </a:cubicBezTo>
                    <a:cubicBezTo>
                      <a:pt x="1269854" y="821873"/>
                      <a:pt x="1245724" y="890453"/>
                      <a:pt x="1212704" y="948873"/>
                    </a:cubicBezTo>
                    <a:cubicBezTo>
                      <a:pt x="1178414" y="1008563"/>
                      <a:pt x="1131424" y="1064443"/>
                      <a:pt x="1083164" y="1110163"/>
                    </a:cubicBezTo>
                    <a:cubicBezTo>
                      <a:pt x="1038714" y="1152073"/>
                      <a:pt x="985374" y="1188903"/>
                      <a:pt x="934574" y="1216843"/>
                    </a:cubicBezTo>
                    <a:cubicBezTo>
                      <a:pt x="888854" y="1242243"/>
                      <a:pt x="841864" y="1260023"/>
                      <a:pt x="792334" y="1272723"/>
                    </a:cubicBezTo>
                    <a:cubicBezTo>
                      <a:pt x="742804" y="1285423"/>
                      <a:pt x="690734" y="1291773"/>
                      <a:pt x="639934" y="1291773"/>
                    </a:cubicBezTo>
                    <a:cubicBezTo>
                      <a:pt x="589134" y="1293043"/>
                      <a:pt x="537064" y="1286693"/>
                      <a:pt x="487534" y="1275263"/>
                    </a:cubicBezTo>
                    <a:cubicBezTo>
                      <a:pt x="439274" y="1262563"/>
                      <a:pt x="389744" y="1244783"/>
                      <a:pt x="344024" y="1221923"/>
                    </a:cubicBezTo>
                    <a:cubicBezTo>
                      <a:pt x="299574" y="1199063"/>
                      <a:pt x="255124" y="1168583"/>
                      <a:pt x="217024" y="1135563"/>
                    </a:cubicBezTo>
                    <a:cubicBezTo>
                      <a:pt x="178924" y="1102543"/>
                      <a:pt x="144634" y="1063173"/>
                      <a:pt x="115424" y="1021263"/>
                    </a:cubicBezTo>
                    <a:cubicBezTo>
                      <a:pt x="86214" y="980623"/>
                      <a:pt x="60814" y="933633"/>
                      <a:pt x="43034" y="886643"/>
                    </a:cubicBezTo>
                    <a:cubicBezTo>
                      <a:pt x="23984" y="839653"/>
                      <a:pt x="11284" y="788853"/>
                      <a:pt x="4934" y="738053"/>
                    </a:cubicBezTo>
                    <a:cubicBezTo>
                      <a:pt x="-1416" y="687253"/>
                      <a:pt x="-1416" y="635183"/>
                      <a:pt x="3664" y="584383"/>
                    </a:cubicBezTo>
                    <a:cubicBezTo>
                      <a:pt x="10014" y="534853"/>
                      <a:pt x="21444" y="484053"/>
                      <a:pt x="39224" y="435793"/>
                    </a:cubicBezTo>
                    <a:cubicBezTo>
                      <a:pt x="57004" y="388803"/>
                      <a:pt x="81134" y="341813"/>
                      <a:pt x="109074" y="299903"/>
                    </a:cubicBezTo>
                    <a:cubicBezTo>
                      <a:pt x="138284" y="257993"/>
                      <a:pt x="210674" y="184333"/>
                      <a:pt x="210674" y="18433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id="128" name="Group 128"/>
            <p:cNvGrpSpPr/>
            <p:nvPr/>
          </p:nvGrpSpPr>
          <p:grpSpPr>
            <a:xfrm rot="0">
              <a:off x="10566400" y="1207770"/>
              <a:ext cx="1360170" cy="1360170"/>
              <a:chOff x="0" y="0"/>
              <a:chExt cx="1360170" cy="1360170"/>
            </a:xfrm>
          </p:grpSpPr>
          <p:sp>
            <p:nvSpPr>
              <p:cNvPr id="129" name="Freeform 129"/>
              <p:cNvSpPr/>
              <p:nvPr/>
            </p:nvSpPr>
            <p:spPr>
              <a:xfrm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l="l" t="t" r="r" b="b"/>
                <a:pathLst>
                  <a:path w="1241557" h="1269605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438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815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</p:grpSp>
      <p:sp>
        <p:nvSpPr>
          <p:cNvPr id="130" name="Freeform 130"/>
          <p:cNvSpPr/>
          <p:nvPr/>
        </p:nvSpPr>
        <p:spPr>
          <a:xfrm>
            <a:off x="7970415" y="515342"/>
            <a:ext cx="614185" cy="647636"/>
          </a:xfrm>
          <a:custGeom>
            <a:avLst/>
            <a:gdLst/>
            <a:ahLst/>
            <a:cxnLst/>
            <a:rect l="l" t="t" r="r" b="b"/>
            <a:pathLst>
              <a:path w="614185" h="647636">
                <a:moveTo>
                  <a:pt x="0" y="0"/>
                </a:moveTo>
                <a:lnTo>
                  <a:pt x="614186" y="0"/>
                </a:lnTo>
                <a:lnTo>
                  <a:pt x="614186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2600" b="-12293"/>
            </a:stretch>
          </a:blipFill>
        </p:spPr>
      </p:sp>
      <p:sp>
        <p:nvSpPr>
          <p:cNvPr id="131" name="Freeform 131"/>
          <p:cNvSpPr/>
          <p:nvPr/>
        </p:nvSpPr>
        <p:spPr>
          <a:xfrm>
            <a:off x="8803676" y="521724"/>
            <a:ext cx="612730" cy="645031"/>
          </a:xfrm>
          <a:custGeom>
            <a:avLst/>
            <a:gdLst/>
            <a:ahLst/>
            <a:cxnLst/>
            <a:rect l="l" t="t" r="r" b="b"/>
            <a:pathLst>
              <a:path w="612730" h="645031">
                <a:moveTo>
                  <a:pt x="0" y="0"/>
                </a:moveTo>
                <a:lnTo>
                  <a:pt x="612730" y="0"/>
                </a:lnTo>
                <a:lnTo>
                  <a:pt x="612730" y="645032"/>
                </a:lnTo>
                <a:lnTo>
                  <a:pt x="0" y="6450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79" t="-10146" r="-12468" b="-10445"/>
            </a:stretch>
          </a:blipFill>
        </p:spPr>
      </p:sp>
      <p:sp>
        <p:nvSpPr>
          <p:cNvPr id="132" name="Freeform 132"/>
          <p:cNvSpPr/>
          <p:nvPr/>
        </p:nvSpPr>
        <p:spPr>
          <a:xfrm>
            <a:off x="1291034" y="515342"/>
            <a:ext cx="591436" cy="647636"/>
          </a:xfrm>
          <a:custGeom>
            <a:avLst/>
            <a:gdLst/>
            <a:ahLst/>
            <a:cxnLst/>
            <a:rect l="l" t="t" r="r" b="b"/>
            <a:pathLst>
              <a:path w="591436" h="647636">
                <a:moveTo>
                  <a:pt x="0" y="0"/>
                </a:moveTo>
                <a:lnTo>
                  <a:pt x="591437" y="0"/>
                </a:lnTo>
                <a:lnTo>
                  <a:pt x="591437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233" t="-7865" r="-4585" b="-4888"/>
            </a:stretch>
          </a:blipFill>
        </p:spPr>
      </p:sp>
      <p:sp>
        <p:nvSpPr>
          <p:cNvPr id="133" name="Freeform 133"/>
          <p:cNvSpPr/>
          <p:nvPr/>
        </p:nvSpPr>
        <p:spPr>
          <a:xfrm>
            <a:off x="2058850" y="515342"/>
            <a:ext cx="654205" cy="647636"/>
          </a:xfrm>
          <a:custGeom>
            <a:avLst/>
            <a:gdLst/>
            <a:ahLst/>
            <a:cxnLst/>
            <a:rect l="l" t="t" r="r" b="b"/>
            <a:pathLst>
              <a:path w="654205" h="647636">
                <a:moveTo>
                  <a:pt x="0" y="0"/>
                </a:moveTo>
                <a:lnTo>
                  <a:pt x="654205" y="0"/>
                </a:lnTo>
                <a:lnTo>
                  <a:pt x="654205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847" r="-1847"/>
            </a:stretch>
          </a:blipFill>
        </p:spPr>
      </p:sp>
      <p:sp>
        <p:nvSpPr>
          <p:cNvPr id="134" name="Freeform 134"/>
          <p:cNvSpPr/>
          <p:nvPr/>
        </p:nvSpPr>
        <p:spPr>
          <a:xfrm>
            <a:off x="8183477" y="1204856"/>
            <a:ext cx="1232929" cy="555522"/>
          </a:xfrm>
          <a:custGeom>
            <a:avLst/>
            <a:gdLst/>
            <a:ahLst/>
            <a:cxnLst/>
            <a:rect l="l" t="t" r="r" b="b"/>
            <a:pathLst>
              <a:path w="1232929" h="555522">
                <a:moveTo>
                  <a:pt x="0" y="0"/>
                </a:moveTo>
                <a:lnTo>
                  <a:pt x="1232929" y="0"/>
                </a:lnTo>
                <a:lnTo>
                  <a:pt x="1232929" y="555522"/>
                </a:lnTo>
                <a:lnTo>
                  <a:pt x="0" y="5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59066" b="-62874"/>
            </a:stretch>
          </a:blipFill>
        </p:spPr>
      </p:sp>
      <p:sp>
        <p:nvSpPr>
          <p:cNvPr id="135" name="AutoShape 135"/>
          <p:cNvSpPr/>
          <p:nvPr/>
        </p:nvSpPr>
        <p:spPr>
          <a:xfrm flipV="1">
            <a:off x="2381886" y="4088138"/>
            <a:ext cx="5928227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6" name="Freeform 136"/>
          <p:cNvSpPr/>
          <p:nvPr/>
        </p:nvSpPr>
        <p:spPr>
          <a:xfrm>
            <a:off x="0" y="5116794"/>
            <a:ext cx="10692000" cy="4886413"/>
          </a:xfrm>
          <a:custGeom>
            <a:avLst/>
            <a:gdLst/>
            <a:ahLst/>
            <a:cxnLst/>
            <a:rect l="l" t="t" r="r" b="b"/>
            <a:pathLst>
              <a:path w="10692000" h="4886413">
                <a:moveTo>
                  <a:pt x="0" y="0"/>
                </a:moveTo>
                <a:lnTo>
                  <a:pt x="10692000" y="0"/>
                </a:lnTo>
                <a:lnTo>
                  <a:pt x="10692000" y="4886412"/>
                </a:lnTo>
                <a:lnTo>
                  <a:pt x="0" y="48864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9999"/>
            </a:blip>
            <a:stretch>
              <a:fillRect l="-31747" t="-33393" b="-28763"/>
            </a:stretch>
          </a:blipFill>
        </p:spPr>
      </p:sp>
      <p:grpSp>
        <p:nvGrpSpPr>
          <p:cNvPr id="138" name="Group 138"/>
          <p:cNvGrpSpPr/>
          <p:nvPr/>
        </p:nvGrpSpPr>
        <p:grpSpPr>
          <a:xfrm rot="0">
            <a:off x="2323856" y="5516737"/>
            <a:ext cx="5859622" cy="1624382"/>
            <a:chOff x="0" y="0"/>
            <a:chExt cx="7812829" cy="2165843"/>
          </a:xfrm>
        </p:grpSpPr>
        <p:sp>
          <p:nvSpPr>
            <p:cNvPr id="139" name="Freeform 139"/>
            <p:cNvSpPr/>
            <p:nvPr/>
          </p:nvSpPr>
          <p:spPr>
            <a:xfrm rot="5400000">
              <a:off x="5353761" y="-335327"/>
              <a:ext cx="2123741" cy="2794396"/>
            </a:xfrm>
            <a:custGeom>
              <a:avLst/>
              <a:gdLst/>
              <a:ahLst/>
              <a:cxnLst/>
              <a:rect l="l" t="t" r="r" b="b"/>
              <a:pathLst>
                <a:path w="2123741" h="2794396">
                  <a:moveTo>
                    <a:pt x="0" y="0"/>
                  </a:moveTo>
                  <a:lnTo>
                    <a:pt x="2123740" y="0"/>
                  </a:lnTo>
                  <a:lnTo>
                    <a:pt x="2123740" y="2794395"/>
                  </a:lnTo>
                  <a:lnTo>
                    <a:pt x="0" y="2794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0" name="Freeform 140"/>
            <p:cNvSpPr/>
            <p:nvPr/>
          </p:nvSpPr>
          <p:spPr>
            <a:xfrm rot="5400000">
              <a:off x="333954" y="-283154"/>
              <a:ext cx="2115043" cy="2782951"/>
            </a:xfrm>
            <a:custGeom>
              <a:avLst/>
              <a:gdLst/>
              <a:ahLst/>
              <a:cxnLst/>
              <a:rect l="l" t="t" r="r" b="b"/>
              <a:pathLst>
                <a:path w="2115043" h="2782951">
                  <a:moveTo>
                    <a:pt x="0" y="0"/>
                  </a:moveTo>
                  <a:lnTo>
                    <a:pt x="2115043" y="0"/>
                  </a:lnTo>
                  <a:lnTo>
                    <a:pt x="2115043" y="2782951"/>
                  </a:lnTo>
                  <a:lnTo>
                    <a:pt x="0" y="27829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  <p:sp>
          <p:nvSpPr>
            <p:cNvPr id="141" name="TextBox 141"/>
            <p:cNvSpPr txBox="1"/>
            <p:nvPr/>
          </p:nvSpPr>
          <p:spPr>
            <a:xfrm>
              <a:off x="149481" y="1391633"/>
              <a:ext cx="2791493" cy="19858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5"/>
                </a:lnSpc>
              </a:pPr>
              <a:r>
                <a:rPr lang="en-US" sz="11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R&amp;D Chief Coordinator</a:t>
              </a:r>
              <a:endParaRPr lang="en-US" sz="11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  <p:sp>
          <p:nvSpPr>
            <p:cNvPr id="142" name="AutoShape 142"/>
            <p:cNvSpPr/>
            <p:nvPr/>
          </p:nvSpPr>
          <p:spPr>
            <a:xfrm flipV="1">
              <a:off x="324220" y="1078109"/>
              <a:ext cx="2442014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3" name="AutoShape 143"/>
            <p:cNvSpPr/>
            <p:nvPr/>
          </p:nvSpPr>
          <p:spPr>
            <a:xfrm flipV="1">
              <a:off x="5830018" y="1078109"/>
              <a:ext cx="1840057" cy="0"/>
            </a:xfrm>
            <a:prstGeom prst="line">
              <a:avLst/>
            </a:prstGeom>
            <a:ln w="127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</p:sp>
        <p:sp>
          <p:nvSpPr>
            <p:cNvPr id="144" name="TextBox 144"/>
            <p:cNvSpPr txBox="1"/>
            <p:nvPr/>
          </p:nvSpPr>
          <p:spPr>
            <a:xfrm>
              <a:off x="5830018" y="1167384"/>
              <a:ext cx="1840057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Mani Ganesh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5" name="TextBox 145"/>
            <p:cNvSpPr txBox="1"/>
            <p:nvPr/>
          </p:nvSpPr>
          <p:spPr>
            <a:xfrm>
              <a:off x="138228" y="1167384"/>
              <a:ext cx="2813998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1">
                  <a:solidFill>
                    <a:srgbClr val="01327B"/>
                  </a:solidFill>
                  <a:latin typeface="Caladea Bold" panose="02040803050406030204"/>
                  <a:ea typeface="Caladea Bold" panose="02040803050406030204"/>
                  <a:cs typeface="Caladea Bold" panose="02040803050406030204"/>
                  <a:sym typeface="Caladea Bold" panose="02040803050406030204"/>
                </a:rPr>
                <a:t>Dr. Vootla Ashok Kumar</a:t>
              </a:r>
              <a:endParaRPr lang="en-US" sz="1200" b="1">
                <a:solidFill>
                  <a:srgbClr val="01327B"/>
                </a:solidFill>
                <a:latin typeface="Caladea Bold" panose="02040803050406030204"/>
                <a:ea typeface="Caladea Bold" panose="02040803050406030204"/>
                <a:cs typeface="Caladea Bold" panose="02040803050406030204"/>
                <a:sym typeface="Caladea Bold" panose="02040803050406030204"/>
              </a:endParaRPr>
            </a:p>
          </p:txBody>
        </p:sp>
        <p:sp>
          <p:nvSpPr>
            <p:cNvPr id="146" name="Freeform 146"/>
            <p:cNvSpPr/>
            <p:nvPr/>
          </p:nvSpPr>
          <p:spPr>
            <a:xfrm>
              <a:off x="831010" y="517697"/>
              <a:ext cx="1261292" cy="1002966"/>
            </a:xfrm>
            <a:custGeom>
              <a:avLst/>
              <a:gdLst/>
              <a:ahLst/>
              <a:cxnLst/>
              <a:rect l="l" t="t" r="r" b="b"/>
              <a:pathLst>
                <a:path w="1261292" h="1002966">
                  <a:moveTo>
                    <a:pt x="0" y="0"/>
                  </a:moveTo>
                  <a:lnTo>
                    <a:pt x="1261291" y="0"/>
                  </a:lnTo>
                  <a:lnTo>
                    <a:pt x="1261291" y="1002966"/>
                  </a:lnTo>
                  <a:lnTo>
                    <a:pt x="0" y="1002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t="-5249" b="-5249"/>
              </a:stretch>
            </a:blipFill>
          </p:spPr>
        </p:sp>
        <p:sp>
          <p:nvSpPr>
            <p:cNvPr id="147" name="Freeform 147"/>
            <p:cNvSpPr/>
            <p:nvPr/>
          </p:nvSpPr>
          <p:spPr>
            <a:xfrm>
              <a:off x="6056510" y="486483"/>
              <a:ext cx="1387073" cy="833111"/>
            </a:xfrm>
            <a:custGeom>
              <a:avLst/>
              <a:gdLst/>
              <a:ahLst/>
              <a:cxnLst/>
              <a:rect l="l" t="t" r="r" b="b"/>
              <a:pathLst>
                <a:path w="1387073" h="833111">
                  <a:moveTo>
                    <a:pt x="0" y="0"/>
                  </a:moveTo>
                  <a:lnTo>
                    <a:pt x="1387073" y="0"/>
                  </a:lnTo>
                  <a:lnTo>
                    <a:pt x="1387073" y="833111"/>
                  </a:lnTo>
                  <a:lnTo>
                    <a:pt x="0" y="833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</p:sp>
        <p:sp>
          <p:nvSpPr>
            <p:cNvPr id="148" name="TextBox 148"/>
            <p:cNvSpPr txBox="1"/>
            <p:nvPr/>
          </p:nvSpPr>
          <p:spPr>
            <a:xfrm>
              <a:off x="6164926" y="1403568"/>
              <a:ext cx="1170240" cy="2076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>
                  <a:solidFill>
                    <a:srgbClr val="01327B"/>
                  </a:solidFill>
                  <a:latin typeface="Caladea" panose="02040503050406030204"/>
                  <a:ea typeface="Caladea" panose="02040503050406030204"/>
                  <a:cs typeface="Caladea" panose="02040503050406030204"/>
                  <a:sym typeface="Caladea" panose="02040503050406030204"/>
                </a:rPr>
                <a:t>Principal</a:t>
              </a:r>
              <a:endParaRPr lang="en-US" sz="1200">
                <a:solidFill>
                  <a:srgbClr val="01327B"/>
                </a:solidFill>
                <a:latin typeface="Caladea" panose="02040503050406030204"/>
                <a:ea typeface="Caladea" panose="02040503050406030204"/>
                <a:cs typeface="Caladea" panose="02040503050406030204"/>
                <a:sym typeface="Caladea" panose="02040503050406030204"/>
              </a:endParaRPr>
            </a:p>
          </p:txBody>
        </p:sp>
      </p:grpSp>
      <p:sp>
        <p:nvSpPr>
          <p:cNvPr id="149" name="Freeform 149"/>
          <p:cNvSpPr/>
          <p:nvPr/>
        </p:nvSpPr>
        <p:spPr>
          <a:xfrm>
            <a:off x="3441772" y="421159"/>
            <a:ext cx="3808456" cy="836002"/>
          </a:xfrm>
          <a:custGeom>
            <a:avLst/>
            <a:gdLst/>
            <a:ahLst/>
            <a:cxnLst/>
            <a:rect l="l" t="t" r="r" b="b"/>
            <a:pathLst>
              <a:path w="3808456" h="836002">
                <a:moveTo>
                  <a:pt x="0" y="0"/>
                </a:moveTo>
                <a:lnTo>
                  <a:pt x="3808456" y="0"/>
                </a:lnTo>
                <a:lnTo>
                  <a:pt x="3808456" y="836002"/>
                </a:lnTo>
                <a:lnTo>
                  <a:pt x="0" y="83600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50" name="Freeform 150"/>
          <p:cNvSpPr/>
          <p:nvPr/>
        </p:nvSpPr>
        <p:spPr>
          <a:xfrm>
            <a:off x="3441772" y="1166756"/>
            <a:ext cx="3808456" cy="928716"/>
          </a:xfrm>
          <a:custGeom>
            <a:avLst/>
            <a:gdLst/>
            <a:ahLst/>
            <a:cxnLst/>
            <a:rect l="l" t="t" r="r" b="b"/>
            <a:pathLst>
              <a:path w="3808456" h="928716">
                <a:moveTo>
                  <a:pt x="0" y="0"/>
                </a:moveTo>
                <a:lnTo>
                  <a:pt x="3808456" y="0"/>
                </a:lnTo>
                <a:lnTo>
                  <a:pt x="3808456" y="928716"/>
                </a:lnTo>
                <a:lnTo>
                  <a:pt x="0" y="92871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151" name="TextBox 151"/>
          <p:cNvSpPr txBox="1"/>
          <p:nvPr/>
        </p:nvSpPr>
        <p:spPr>
          <a:xfrm>
            <a:off x="1574763" y="1849951"/>
            <a:ext cx="7542474" cy="1040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20"/>
              </a:lnSpc>
            </a:pPr>
            <a:r>
              <a:rPr lang="en-US" sz="5800" b="1" spc="1873">
                <a:solidFill>
                  <a:srgbClr val="01327B"/>
                </a:solidFill>
                <a:latin typeface="Palatino Linotype" panose="02040502050505030304" charset="0"/>
                <a:ea typeface="Palatino Bold" panose="02040702050505030304"/>
                <a:cs typeface="Palatino Linotype" panose="02040502050505030304" charset="0"/>
                <a:sym typeface="Palatino Bold" panose="02040702050505030304"/>
              </a:rPr>
              <a:t>CERTIFICATE</a:t>
            </a:r>
            <a:endParaRPr lang="en-US" sz="5800" b="1" spc="1873">
              <a:solidFill>
                <a:srgbClr val="01327B"/>
              </a:solidFill>
              <a:latin typeface="Palatino Linotype" panose="02040502050505030304" charset="0"/>
              <a:ea typeface="Palatino Bold" panose="02040702050505030304"/>
              <a:cs typeface="Palatino Linotype" panose="02040502050505030304" charset="0"/>
              <a:sym typeface="Palatino Bold" panose="02040702050505030304"/>
            </a:endParaRPr>
          </a:p>
        </p:txBody>
      </p:sp>
      <p:sp>
        <p:nvSpPr>
          <p:cNvPr id="153" name="TextBox 153"/>
          <p:cNvSpPr txBox="1"/>
          <p:nvPr/>
        </p:nvSpPr>
        <p:spPr>
          <a:xfrm>
            <a:off x="1689892" y="2982156"/>
            <a:ext cx="7542474" cy="266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62">
                <a:solidFill>
                  <a:srgbClr val="01327B"/>
                </a:solidFill>
                <a:latin typeface="Inria Serif"/>
                <a:ea typeface="Inria Serif"/>
                <a:cs typeface="Inria Serif"/>
                <a:sym typeface="Inria Serif"/>
              </a:rPr>
              <a:t>This is to certify that</a:t>
            </a:r>
            <a:endParaRPr lang="en-US" sz="1500" spc="162">
              <a:solidFill>
                <a:srgbClr val="01327B"/>
              </a:solidFill>
              <a:latin typeface="Inria Serif"/>
              <a:ea typeface="Inria Serif"/>
              <a:cs typeface="Inria Serif"/>
              <a:sym typeface="Inria Serif"/>
            </a:endParaRPr>
          </a:p>
        </p:txBody>
      </p:sp>
      <p:sp>
        <p:nvSpPr>
          <p:cNvPr id="154" name="TextBox 154"/>
          <p:cNvSpPr txBox="1"/>
          <p:nvPr/>
        </p:nvSpPr>
        <p:spPr>
          <a:xfrm>
            <a:off x="893277" y="4174207"/>
            <a:ext cx="8905445" cy="1606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has successfully {{C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ERTIF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ICATE TYPE}} 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as a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{{ROLE}}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in the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{{HACKATHON NAME}},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 organized by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Trinity College of Engineering and Technology (Autonomous), Peddapalli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held on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{{DATE}}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  <a:p>
            <a:pPr algn="ctr">
              <a:lnSpc>
                <a:spcPts val="1790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As a member of Team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 {{TEAM NAME}}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they contributed to the development and presentation of the innovative project </a:t>
            </a:r>
            <a:r>
              <a:rPr lang="en-US" sz="1280" b="1" spc="138">
                <a:solidFill>
                  <a:srgbClr val="01327B"/>
                </a:solidFill>
                <a:latin typeface="Cormorant Garamond" charset="0"/>
                <a:ea typeface="Cormorant Garamond Bold" panose="00000800000000000000"/>
                <a:cs typeface="Cormorant Garamond" charset="0"/>
                <a:sym typeface="Cormorant Garamond Bold" panose="00000800000000000000"/>
              </a:rPr>
              <a:t>“{{PROJECT TITLE}}”</a:t>
            </a:r>
            <a:r>
              <a:rPr lang="en-US" sz="1280" spc="138">
                <a:solidFill>
                  <a:srgbClr val="01327B"/>
                </a:solidFill>
                <a:latin typeface="Cormorant Garamond" charset="0"/>
                <a:ea typeface="Cormorant Garamond"/>
                <a:cs typeface="Cormorant Garamond" charset="0"/>
                <a:sym typeface="Cormorant Garamond"/>
              </a:rPr>
              <a:t>, demonstrating creativity, technical skills, teamwork, and problem-solving abilities.</a:t>
            </a:r>
            <a:endParaRPr lang="en-US" sz="1280" spc="138">
              <a:solidFill>
                <a:srgbClr val="01327B"/>
              </a:solidFill>
              <a:latin typeface="Cormorant Garamond" charset="0"/>
              <a:ea typeface="Cormorant Garamond"/>
              <a:cs typeface="Cormorant Garamond" charset="0"/>
              <a:sym typeface="Cormorant Garamond"/>
            </a:endParaRPr>
          </a:p>
          <a:p>
            <a:pPr algn="ctr">
              <a:lnSpc>
                <a:spcPts val="1790"/>
              </a:lnSpc>
            </a:pPr>
            <a:endParaRPr>
              <a:latin typeface="Cormorant Garamond" charset="0"/>
              <a:cs typeface="Cormorant Garamond" charset="0"/>
            </a:endParaRPr>
          </a:p>
        </p:txBody>
      </p:sp>
      <p:sp>
        <p:nvSpPr>
          <p:cNvPr id="155" name="TextBox 155"/>
          <p:cNvSpPr txBox="1"/>
          <p:nvPr/>
        </p:nvSpPr>
        <p:spPr>
          <a:xfrm>
            <a:off x="4279955" y="7062276"/>
            <a:ext cx="2132090" cy="138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165"/>
              </a:lnSpc>
            </a:pPr>
            <a:r>
              <a:rPr lang="en-US" sz="830" b="1" spc="15">
                <a:solidFill>
                  <a:srgbClr val="B30D3E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Certificate ID.: TCEK/RD/2026/H0001    </a:t>
            </a:r>
            <a:endParaRPr lang="en-US" sz="830" b="1" spc="15">
              <a:solidFill>
                <a:srgbClr val="B30D3E"/>
              </a:solidFill>
              <a:latin typeface="Inria Serif Bold"/>
              <a:ea typeface="Inria Serif Bold"/>
              <a:cs typeface="Inria Serif Bold"/>
              <a:sym typeface="Inria Serif Bold"/>
            </a:endParaRPr>
          </a:p>
        </p:txBody>
      </p:sp>
      <p:sp>
        <p:nvSpPr>
          <p:cNvPr id="156" name="TextBox 156"/>
          <p:cNvSpPr txBox="1"/>
          <p:nvPr/>
        </p:nvSpPr>
        <p:spPr>
          <a:xfrm>
            <a:off x="276221" y="3563181"/>
            <a:ext cx="10206242" cy="444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0"/>
              </a:lnSpc>
            </a:pPr>
            <a:r>
              <a:rPr lang="en-US" sz="480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{{PARTICIPANT NAME}} </a:t>
            </a:r>
            <a:endParaRPr lang="en-US" sz="4800">
              <a:solidFill>
                <a:srgbClr val="000000"/>
              </a:solidFill>
              <a:latin typeface="Great Vibes"/>
              <a:ea typeface="Great Vibes"/>
              <a:cs typeface="Great Vibes"/>
              <a:sym typeface="Great Vibe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561</Words>
  <Application>WPS Presentation</Application>
  <PresentationFormat>On-screen Show (4:3)</PresentationFormat>
  <Paragraphs>21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9" baseType="lpstr">
      <vt:lpstr>Arial</vt:lpstr>
      <vt:lpstr>SimSun</vt:lpstr>
      <vt:lpstr>Wingdings</vt:lpstr>
      <vt:lpstr>Caladea</vt:lpstr>
      <vt:lpstr>Caladea Bold</vt:lpstr>
      <vt:lpstr>Palatino Linotype</vt:lpstr>
      <vt:lpstr>Palatino Bold</vt:lpstr>
      <vt:lpstr>Segoe Print</vt:lpstr>
      <vt:lpstr>Inria Serif</vt:lpstr>
      <vt:lpstr>Cormorant Garamond</vt:lpstr>
      <vt:lpstr>Cormorant Garamond</vt:lpstr>
      <vt:lpstr>Cormorant Garamond Bold</vt:lpstr>
      <vt:lpstr>Inria Serif Bold</vt:lpstr>
      <vt:lpstr>Great Vibes</vt:lpstr>
      <vt:lpstr>Calibri</vt:lpstr>
      <vt:lpstr>Microsoft YaHei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CERTIFICATE_TEMPLATE - hackathon</dc:title>
  <dc:creator/>
  <cp:lastModifiedBy>Saicharan Bhuthkuri</cp:lastModifiedBy>
  <cp:revision>5</cp:revision>
  <dcterms:created xsi:type="dcterms:W3CDTF">2006-08-16T00:00:00Z</dcterms:created>
  <dcterms:modified xsi:type="dcterms:W3CDTF">2026-08-24T11:50:08Z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41F778F56E6D4ED798035DBEEFC76DDC_12</vt:lpwstr>
  </property>
  <property fmtid="{D5CDD505-2E9C-101B-9397-08002B2CF9AE}" pid="3" name="KSOProductBuildVer">
    <vt:lpwstr>1033-12.1.0.28032</vt:lpwstr>
  </property>
</Properties>
</file>