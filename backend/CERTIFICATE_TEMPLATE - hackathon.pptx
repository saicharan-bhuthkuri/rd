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4211300" cy="10033000"/>
  <p:notesSz cx="6858000" cy="9144000"/>
  <p:embeddedFontLst>
    <p:embeddedFont>
      <p:font typeface="Cardo Bold" panose="02020804080000020003"/>
      <p:bold r:id="rId7"/>
    </p:embeddedFont>
    <p:embeddedFont>
      <p:font typeface="Bebas Neue Bold" panose="020B0606020202050201"/>
      <p:bold r:id="rId8"/>
    </p:embeddedFont>
    <p:embeddedFont>
      <p:font typeface="Cardo" panose="02020600000000000000"/>
      <p:regular r:id="rId9"/>
      <p:bold r:id="rId10"/>
      <p:italic r:id="rId11"/>
    </p:embeddedFont>
    <p:embeddedFont>
      <p:font typeface="Cardo" panose="02020600000000000000" charset="0"/>
      <p:regular r:id="rId12"/>
      <p:bold r:id="rId13"/>
      <p:italic r:id="rId14"/>
    </p:embeddedFont>
    <p:embeddedFont>
      <p:font typeface="Calibri" panose="020F050202020403020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84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3" Type="http://schemas.openxmlformats.org/officeDocument/2006/relationships/slideLayout" Target="../slideLayouts/slideLayout7.xml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jpe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4211300" cy="10039350"/>
          </a:xfrm>
          <a:custGeom>
            <a:avLst/>
            <a:gdLst/>
            <a:ahLst/>
            <a:cxnLst/>
            <a:rect l="l" t="t" r="r" b="b"/>
            <a:pathLst>
              <a:path w="14211300" h="10039350">
                <a:moveTo>
                  <a:pt x="0" y="0"/>
                </a:moveTo>
                <a:lnTo>
                  <a:pt x="14211300" y="0"/>
                </a:lnTo>
                <a:lnTo>
                  <a:pt x="14211300" y="10039350"/>
                </a:lnTo>
                <a:lnTo>
                  <a:pt x="0" y="1003935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791075" y="1924050"/>
            <a:ext cx="1257300" cy="400050"/>
          </a:xfrm>
          <a:custGeom>
            <a:avLst/>
            <a:gdLst/>
            <a:ahLst/>
            <a:cxnLst/>
            <a:rect l="l" t="t" r="r" b="b"/>
            <a:pathLst>
              <a:path w="1257300" h="400050">
                <a:moveTo>
                  <a:pt x="0" y="0"/>
                </a:moveTo>
                <a:lnTo>
                  <a:pt x="1257300" y="0"/>
                </a:lnTo>
                <a:lnTo>
                  <a:pt x="1257300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857875" y="1924050"/>
            <a:ext cx="2314575" cy="400050"/>
          </a:xfrm>
          <a:custGeom>
            <a:avLst/>
            <a:gdLst/>
            <a:ahLst/>
            <a:cxnLst/>
            <a:rect l="l" t="t" r="r" b="b"/>
            <a:pathLst>
              <a:path w="2314575" h="400050">
                <a:moveTo>
                  <a:pt x="0" y="0"/>
                </a:moveTo>
                <a:lnTo>
                  <a:pt x="2314575" y="0"/>
                </a:lnTo>
                <a:lnTo>
                  <a:pt x="2314575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162925" y="1924050"/>
            <a:ext cx="1257300" cy="400050"/>
          </a:xfrm>
          <a:custGeom>
            <a:avLst/>
            <a:gdLst/>
            <a:ahLst/>
            <a:cxnLst/>
            <a:rect l="l" t="t" r="r" b="b"/>
            <a:pathLst>
              <a:path w="1257300" h="400050">
                <a:moveTo>
                  <a:pt x="0" y="0"/>
                </a:moveTo>
                <a:lnTo>
                  <a:pt x="1257300" y="0"/>
                </a:lnTo>
                <a:lnTo>
                  <a:pt x="1257300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791075" y="3086100"/>
            <a:ext cx="895350" cy="200025"/>
          </a:xfrm>
          <a:custGeom>
            <a:avLst/>
            <a:gdLst/>
            <a:ahLst/>
            <a:cxnLst/>
            <a:rect l="l" t="t" r="r" b="b"/>
            <a:pathLst>
              <a:path w="895350" h="200025">
                <a:moveTo>
                  <a:pt x="0" y="0"/>
                </a:moveTo>
                <a:lnTo>
                  <a:pt x="895350" y="0"/>
                </a:lnTo>
                <a:lnTo>
                  <a:pt x="89535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741365" y="2999785"/>
            <a:ext cx="838467" cy="205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0"/>
              </a:lnSpc>
            </a:pPr>
            <a:r>
              <a:rPr lang="en-US" sz="127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DIPLOMA</a:t>
            </a:r>
            <a:endParaRPr lang="en-US" sz="127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6572250" y="2895600"/>
            <a:ext cx="180975" cy="390525"/>
          </a:xfrm>
          <a:custGeom>
            <a:avLst/>
            <a:gdLst/>
            <a:ahLst/>
            <a:cxnLst/>
            <a:rect l="l" t="t" r="r" b="b"/>
            <a:pathLst>
              <a:path w="180975" h="390525">
                <a:moveTo>
                  <a:pt x="0" y="0"/>
                </a:moveTo>
                <a:lnTo>
                  <a:pt x="180975" y="0"/>
                </a:lnTo>
                <a:lnTo>
                  <a:pt x="180975" y="390525"/>
                </a:lnTo>
                <a:lnTo>
                  <a:pt x="0" y="3905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629525" y="2895600"/>
            <a:ext cx="371475" cy="390525"/>
          </a:xfrm>
          <a:custGeom>
            <a:avLst/>
            <a:gdLst/>
            <a:ahLst/>
            <a:cxnLst/>
            <a:rect l="l" t="t" r="r" b="b"/>
            <a:pathLst>
              <a:path w="371475" h="390525">
                <a:moveTo>
                  <a:pt x="0" y="0"/>
                </a:moveTo>
                <a:lnTo>
                  <a:pt x="371475" y="0"/>
                </a:lnTo>
                <a:lnTo>
                  <a:pt x="371475" y="390525"/>
                </a:lnTo>
                <a:lnTo>
                  <a:pt x="0" y="3905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524875" y="3086100"/>
            <a:ext cx="895350" cy="200025"/>
          </a:xfrm>
          <a:custGeom>
            <a:avLst/>
            <a:gdLst/>
            <a:ahLst/>
            <a:cxnLst/>
            <a:rect l="l" t="t" r="r" b="b"/>
            <a:pathLst>
              <a:path w="895350" h="200025">
                <a:moveTo>
                  <a:pt x="0" y="0"/>
                </a:moveTo>
                <a:lnTo>
                  <a:pt x="895350" y="0"/>
                </a:lnTo>
                <a:lnTo>
                  <a:pt x="89535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424923" y="3138916"/>
            <a:ext cx="7517778" cy="1077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0"/>
              </a:lnSpc>
            </a:pPr>
            <a:r>
              <a:rPr lang="en-US" sz="6340" b="1" spc="95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</a:t>
            </a:r>
            <a:endParaRPr lang="en-US" sz="6340" b="1" spc="95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9900285" y="3467100"/>
            <a:ext cx="4086225" cy="4838700"/>
          </a:xfrm>
          <a:custGeom>
            <a:avLst/>
            <a:gdLst/>
            <a:ahLst/>
            <a:cxnLst/>
            <a:rect l="l" t="t" r="r" b="b"/>
            <a:pathLst>
              <a:path w="4086225" h="4838700">
                <a:moveTo>
                  <a:pt x="0" y="0"/>
                </a:moveTo>
                <a:lnTo>
                  <a:pt x="4086225" y="0"/>
                </a:lnTo>
                <a:lnTo>
                  <a:pt x="4086225" y="4838700"/>
                </a:lnTo>
                <a:lnTo>
                  <a:pt x="0" y="48387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23676" y="1748472"/>
            <a:ext cx="2210177" cy="1563409"/>
          </a:xfrm>
          <a:custGeom>
            <a:avLst/>
            <a:gdLst/>
            <a:ahLst/>
            <a:cxnLst/>
            <a:rect l="l" t="t" r="r" b="b"/>
            <a:pathLst>
              <a:path w="2210177" h="1563409">
                <a:moveTo>
                  <a:pt x="0" y="0"/>
                </a:moveTo>
                <a:lnTo>
                  <a:pt x="2210177" y="0"/>
                </a:lnTo>
                <a:lnTo>
                  <a:pt x="2210177" y="1563409"/>
                </a:lnTo>
                <a:lnTo>
                  <a:pt x="0" y="15634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0" y="0"/>
            <a:ext cx="2133600" cy="2514600"/>
          </a:xfrm>
          <a:custGeom>
            <a:avLst/>
            <a:gdLst/>
            <a:ahLst/>
            <a:cxnLst/>
            <a:rect l="l" t="t" r="r" b="b"/>
            <a:pathLst>
              <a:path w="2133600" h="2514600">
                <a:moveTo>
                  <a:pt x="0" y="0"/>
                </a:moveTo>
                <a:lnTo>
                  <a:pt x="2133600" y="0"/>
                </a:lnTo>
                <a:lnTo>
                  <a:pt x="2133600" y="2514600"/>
                </a:lnTo>
                <a:lnTo>
                  <a:pt x="0" y="25146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0" y="8486775"/>
            <a:ext cx="1781175" cy="1362075"/>
          </a:xfrm>
          <a:custGeom>
            <a:avLst/>
            <a:gdLst/>
            <a:ahLst/>
            <a:cxnLst/>
            <a:rect l="l" t="t" r="r" b="b"/>
            <a:pathLst>
              <a:path w="1781175" h="1362075">
                <a:moveTo>
                  <a:pt x="0" y="0"/>
                </a:moveTo>
                <a:lnTo>
                  <a:pt x="1781175" y="0"/>
                </a:lnTo>
                <a:lnTo>
                  <a:pt x="1781175" y="1362075"/>
                </a:lnTo>
                <a:lnTo>
                  <a:pt x="0" y="13620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2430125" y="0"/>
            <a:ext cx="1609725" cy="1552575"/>
          </a:xfrm>
          <a:custGeom>
            <a:avLst/>
            <a:gdLst/>
            <a:ahLst/>
            <a:cxnLst/>
            <a:rect l="l" t="t" r="r" b="b"/>
            <a:pathLst>
              <a:path w="1609725" h="1552575">
                <a:moveTo>
                  <a:pt x="0" y="0"/>
                </a:moveTo>
                <a:lnTo>
                  <a:pt x="1609725" y="0"/>
                </a:lnTo>
                <a:lnTo>
                  <a:pt x="1609725" y="1552575"/>
                </a:lnTo>
                <a:lnTo>
                  <a:pt x="0" y="15525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225116" y="3276600"/>
            <a:ext cx="2667000" cy="3095625"/>
          </a:xfrm>
          <a:custGeom>
            <a:avLst/>
            <a:gdLst/>
            <a:ahLst/>
            <a:cxnLst/>
            <a:rect l="l" t="t" r="r" b="b"/>
            <a:pathLst>
              <a:path w="2667000" h="3095625">
                <a:moveTo>
                  <a:pt x="0" y="0"/>
                </a:moveTo>
                <a:lnTo>
                  <a:pt x="2667000" y="0"/>
                </a:lnTo>
                <a:lnTo>
                  <a:pt x="2667000" y="3095625"/>
                </a:lnTo>
                <a:lnTo>
                  <a:pt x="0" y="30956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3552825" y="5434368"/>
            <a:ext cx="6934200" cy="200025"/>
          </a:xfrm>
          <a:custGeom>
            <a:avLst/>
            <a:gdLst/>
            <a:ahLst/>
            <a:cxnLst/>
            <a:rect l="l" t="t" r="r" b="b"/>
            <a:pathLst>
              <a:path w="6934200" h="200025">
                <a:moveTo>
                  <a:pt x="0" y="0"/>
                </a:moveTo>
                <a:lnTo>
                  <a:pt x="6934200" y="0"/>
                </a:lnTo>
                <a:lnTo>
                  <a:pt x="693420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5324475" y="7691514"/>
            <a:ext cx="3381375" cy="400050"/>
          </a:xfrm>
          <a:custGeom>
            <a:avLst/>
            <a:gdLst/>
            <a:ahLst/>
            <a:cxnLst/>
            <a:rect l="l" t="t" r="r" b="b"/>
            <a:pathLst>
              <a:path w="3381375" h="400050">
                <a:moveTo>
                  <a:pt x="0" y="0"/>
                </a:moveTo>
                <a:lnTo>
                  <a:pt x="3381375" y="0"/>
                </a:lnTo>
                <a:lnTo>
                  <a:pt x="3381375" y="400050"/>
                </a:lnTo>
                <a:lnTo>
                  <a:pt x="0" y="40005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440621" y="646488"/>
            <a:ext cx="1069499" cy="1212099"/>
          </a:xfrm>
          <a:custGeom>
            <a:avLst/>
            <a:gdLst/>
            <a:ahLst/>
            <a:cxnLst/>
            <a:rect l="l" t="t" r="r" b="b"/>
            <a:pathLst>
              <a:path w="1069499" h="1212099">
                <a:moveTo>
                  <a:pt x="0" y="0"/>
                </a:moveTo>
                <a:lnTo>
                  <a:pt x="1069499" y="0"/>
                </a:lnTo>
                <a:lnTo>
                  <a:pt x="1069499" y="1212099"/>
                </a:lnTo>
                <a:lnTo>
                  <a:pt x="0" y="12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0695941" y="581297"/>
            <a:ext cx="1228175" cy="1228175"/>
          </a:xfrm>
          <a:custGeom>
            <a:avLst/>
            <a:gdLst/>
            <a:ahLst/>
            <a:cxnLst/>
            <a:rect l="l" t="t" r="r" b="b"/>
            <a:pathLst>
              <a:path w="1228175" h="1228175">
                <a:moveTo>
                  <a:pt x="0" y="0"/>
                </a:moveTo>
                <a:lnTo>
                  <a:pt x="1228175" y="0"/>
                </a:lnTo>
                <a:lnTo>
                  <a:pt x="1228175" y="1228175"/>
                </a:lnTo>
                <a:lnTo>
                  <a:pt x="0" y="122817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1924116" y="759728"/>
            <a:ext cx="1012019" cy="985618"/>
          </a:xfrm>
          <a:custGeom>
            <a:avLst/>
            <a:gdLst/>
            <a:ahLst/>
            <a:cxnLst/>
            <a:rect l="l" t="t" r="r" b="b"/>
            <a:pathLst>
              <a:path w="1012019" h="985618">
                <a:moveTo>
                  <a:pt x="0" y="0"/>
                </a:moveTo>
                <a:lnTo>
                  <a:pt x="1012018" y="0"/>
                </a:lnTo>
                <a:lnTo>
                  <a:pt x="1012018" y="985619"/>
                </a:lnTo>
                <a:lnTo>
                  <a:pt x="0" y="985619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8922514" y="8622927"/>
            <a:ext cx="1679485" cy="1008741"/>
          </a:xfrm>
          <a:custGeom>
            <a:avLst/>
            <a:gdLst/>
            <a:ahLst/>
            <a:cxnLst/>
            <a:rect l="l" t="t" r="r" b="b"/>
            <a:pathLst>
              <a:path w="1679485" h="1008741">
                <a:moveTo>
                  <a:pt x="0" y="0"/>
                </a:moveTo>
                <a:lnTo>
                  <a:pt x="1679485" y="0"/>
                </a:lnTo>
                <a:lnTo>
                  <a:pt x="1679485" y="1008740"/>
                </a:lnTo>
                <a:lnTo>
                  <a:pt x="0" y="100874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4196064" y="8552027"/>
            <a:ext cx="1432619" cy="1258804"/>
          </a:xfrm>
          <a:custGeom>
            <a:avLst/>
            <a:gdLst/>
            <a:ahLst/>
            <a:cxnLst/>
            <a:rect l="l" t="t" r="r" b="b"/>
            <a:pathLst>
              <a:path w="1432619" h="1258804">
                <a:moveTo>
                  <a:pt x="0" y="0"/>
                </a:moveTo>
                <a:lnTo>
                  <a:pt x="1432619" y="0"/>
                </a:lnTo>
                <a:lnTo>
                  <a:pt x="1432619" y="1258804"/>
                </a:lnTo>
                <a:lnTo>
                  <a:pt x="0" y="1258804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4661306" y="1166810"/>
            <a:ext cx="5002378" cy="480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5"/>
              </a:lnSpc>
            </a:pPr>
            <a:r>
              <a:rPr lang="en-US" sz="2835" b="1">
                <a:solidFill>
                  <a:srgbClr val="0D1E4A"/>
                </a:solidFill>
                <a:latin typeface="Bebas Neue Bold" panose="020B0606020202050201"/>
                <a:ea typeface="Bebas Neue Bold" panose="020B0606020202050201"/>
                <a:cs typeface="Bebas Neue Bold" panose="020B0606020202050201"/>
                <a:sym typeface="Bebas Neue Bold" panose="020B0606020202050201"/>
              </a:rPr>
              <a:t>COLLEGE OF ENGINEERING AND TECHNOLOGY</a:t>
            </a:r>
            <a:endParaRPr lang="en-US" sz="2835" b="1">
              <a:solidFill>
                <a:srgbClr val="0D1E4A"/>
              </a:solidFill>
              <a:latin typeface="Bebas Neue Bold" panose="020B0606020202050201"/>
              <a:ea typeface="Bebas Neue Bold" panose="020B0606020202050201"/>
              <a:cs typeface="Bebas Neue Bold" panose="020B0606020202050201"/>
              <a:sym typeface="Bebas Neue Bold" panose="020B0606020202050201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670309" y="1607270"/>
            <a:ext cx="2927528" cy="280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(An Autonomous Institution)</a:t>
            </a:r>
            <a:endParaRPr lang="en-US" sz="170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380874" y="2000094"/>
            <a:ext cx="1364285" cy="24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0"/>
              </a:lnSpc>
            </a:pPr>
            <a:r>
              <a:rPr lang="en-US" sz="148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PEDDAPALLI</a:t>
            </a:r>
            <a:endParaRPr lang="en-US" sz="148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4234967" y="2352472"/>
            <a:ext cx="5741365" cy="543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</a:pPr>
            <a:r>
              <a:rPr lang="en-US" sz="141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Approved by </a:t>
            </a:r>
            <a:r>
              <a:rPr lang="en-US" altLang="en-US" sz="141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AICTE</a:t>
            </a:r>
            <a:r>
              <a:rPr lang="en-US" sz="141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, Recognized by NAAC, Recognized under 2 (f) of UGC, Affiliate to JNTU, Hyderabad &amp; Affiliated to SBTET</a:t>
            </a:r>
            <a:endParaRPr lang="en-US" sz="141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6892480" y="2982085"/>
            <a:ext cx="724776" cy="231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30"/>
              </a:lnSpc>
            </a:pPr>
            <a:r>
              <a:rPr lang="en-US" sz="138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B.TECH</a:t>
            </a:r>
            <a:endParaRPr lang="en-US" sz="138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8000962" y="2976423"/>
            <a:ext cx="412128" cy="233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sz="131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MBA</a:t>
            </a:r>
            <a:endParaRPr lang="en-US" sz="131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670309" y="398872"/>
            <a:ext cx="3353867" cy="796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95"/>
              </a:lnSpc>
            </a:pPr>
            <a:r>
              <a:rPr lang="en-US" sz="4640" b="1" spc="696">
                <a:solidFill>
                  <a:srgbClr val="86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</a:t>
            </a:r>
            <a:endParaRPr lang="en-US" sz="4640" b="1" spc="696">
              <a:solidFill>
                <a:srgbClr val="86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5769788" y="4280357"/>
            <a:ext cx="2501189" cy="348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5"/>
              </a:lnSpc>
            </a:pPr>
            <a:r>
              <a:rPr lang="en-US" sz="20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This is to certify that</a:t>
            </a:r>
            <a:endParaRPr lang="en-US" sz="20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2435225" y="5795645"/>
            <a:ext cx="9621520" cy="17964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2385"/>
              </a:lnSpc>
            </a:pP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has successfully </a:t>
            </a:r>
            <a:r>
              <a:rPr 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{{</a:t>
            </a:r>
            <a:r>
              <a:rPr lang="en-IN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CERTIFICATE TYPE</a:t>
            </a:r>
            <a:r>
              <a:rPr 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}} 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as a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{{ROLE}}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 in the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{{HACKATHON NAME}},</a:t>
            </a:r>
            <a:r>
              <a:rPr lang="en-US" altLang="en-US" sz="1705" b="1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 organized by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 College of Engineering and Technology, Peddapalli, 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held on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{{DATE}}.</a:t>
            </a:r>
            <a:endParaRPr lang="en-US" altLang="en-US" sz="170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  <a:p>
            <a:pPr algn="ctr">
              <a:lnSpc>
                <a:spcPts val="2385"/>
              </a:lnSpc>
            </a:pPr>
            <a:endParaRPr lang="en-US" altLang="en-US" sz="170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  <a:p>
            <a:pPr algn="ctr">
              <a:lnSpc>
                <a:spcPts val="2385"/>
              </a:lnSpc>
            </a:pP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As a member of Team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{{TEAM NAME}},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they contributed to the development and presentation of the innovative project</a:t>
            </a:r>
            <a:r>
              <a:rPr lang="en-US" altLang="en-US" sz="170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r>
              <a:rPr lang="en-US" altLang="en-US" sz="170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“{{PROJECT TITLE}}”</a:t>
            </a:r>
            <a:r>
              <a:rPr lang="en-US" altLang="en-US" sz="1705">
                <a:solidFill>
                  <a:srgbClr val="0D1E4A"/>
                </a:solidFill>
                <a:latin typeface="Cardo" panose="02020600000000000000" charset="0"/>
                <a:ea typeface="Cardo Bold" panose="02020804080000020003"/>
                <a:cs typeface="Cardo" panose="02020600000000000000" charset="0"/>
                <a:sym typeface="Cardo Bold" panose="02020804080000020003"/>
              </a:rPr>
              <a:t>, demonstrating creativity, technical skills, teamwork, and problem-solving abilities.</a:t>
            </a:r>
            <a:endParaRPr lang="en-US" altLang="en-US" sz="1705">
              <a:solidFill>
                <a:srgbClr val="0D1E4A"/>
              </a:solidFill>
              <a:latin typeface="Cardo" panose="02020600000000000000" charset="0"/>
              <a:ea typeface="Cardo Bold" panose="02020804080000020003"/>
              <a:cs typeface="Cardo" panose="02020600000000000000" charset="0"/>
              <a:sym typeface="Cardo Bold" panose="02020804080000020003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4178122" y="7907989"/>
            <a:ext cx="5769788" cy="230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4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We appreciate the innovative thinking, creativity and efforts demonstrated.</a:t>
            </a:r>
            <a:endParaRPr lang="en-US" sz="14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5386083" y="8191538"/>
            <a:ext cx="3282810" cy="205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0"/>
              </a:lnSpc>
            </a:pPr>
            <a:r>
              <a:rPr lang="en-US" sz="127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IDEAS TODAY, IMPACT TOMORROW.</a:t>
            </a:r>
            <a:endParaRPr lang="en-US" sz="127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041775" y="9217660"/>
            <a:ext cx="1815465" cy="1644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85"/>
              </a:lnSpc>
            </a:pPr>
            <a:r>
              <a:rPr lang="en-US" sz="92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R&amp;D CHEF CO ORDINATOR</a:t>
            </a:r>
            <a:endParaRPr lang="en-US" sz="92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9294190" y="9204235"/>
            <a:ext cx="738988" cy="1653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85"/>
              </a:lnSpc>
            </a:pPr>
            <a:r>
              <a:rPr lang="en-US" sz="99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PRINCIPAL</a:t>
            </a:r>
            <a:endParaRPr lang="en-US" sz="99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4232910" y="4877435"/>
            <a:ext cx="5744210" cy="622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6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{{PARTICIPANT NAME}} </a:t>
            </a:r>
            <a:endParaRPr lang="en-US" sz="3200" b="1">
              <a:solidFill>
                <a:srgbClr val="0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1" name="Text Box 40"/>
          <p:cNvSpPr txBox="1"/>
          <p:nvPr/>
        </p:nvSpPr>
        <p:spPr>
          <a:xfrm>
            <a:off x="3829050" y="9561195"/>
            <a:ext cx="711200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200" b="1">
                <a:solidFill>
                  <a:srgbClr val="C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 ID : TCEK/RD/2026/H0001</a:t>
            </a:r>
            <a:endParaRPr lang="en-US" sz="1200" b="1">
              <a:solidFill>
                <a:srgbClr val="C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86050" y="656590"/>
            <a:ext cx="1172210" cy="114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828</Words>
  <Application>WPS Presentation</Application>
  <PresentationFormat>On-screen Show (4:3)</PresentationFormat>
  <Paragraphs>36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Cardo Bold</vt:lpstr>
      <vt:lpstr>Bebas Neue Bold</vt:lpstr>
      <vt:lpstr>Cardo</vt:lpstr>
      <vt:lpstr>Cardo</vt:lpstr>
      <vt:lpstr>Microsoft YaHei</vt:lpstr>
      <vt:lpstr>Arial Unicode MS</vt:lpstr>
      <vt:lpstr>Calibri</vt:lpstr>
      <vt:lpstr>Cardo Bold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omerit cer</dc:title>
  <dc:creator/>
  <cp:lastModifiedBy>Saicharan Bhuthkuri</cp:lastModifiedBy>
  <cp:revision>13</cp:revision>
  <dcterms:created xsi:type="dcterms:W3CDTF">2006-08-16T00:00:00Z</dcterms:created>
  <dcterms:modified xsi:type="dcterms:W3CDTF">2026-08-15T17:35:13Z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7A2B20BD1A2848BA954EFECF13B735F6_12</vt:lpwstr>
  </property>
  <property fmtid="{D5CDD505-2E9C-101B-9397-08002B2CF9AE}" pid="3" name="KSOProductBuildVer">
    <vt:lpwstr>1033-12.1.0.28032</vt:lpwstr>
  </property>
</Properties>
</file>