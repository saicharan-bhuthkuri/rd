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8"/>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19"/>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0"/>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1"/>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IN" altLang="en-US" sz="1705" b="1">
                <a:solidFill>
                  <a:srgbClr val="0D1E4A"/>
                </a:solidFill>
                <a:latin typeface="Cardo Bold" panose="02020804080000020003"/>
                <a:ea typeface="Cardo Bold" panose="02020804080000020003"/>
                <a:cs typeface="Cardo Bold" panose="02020804080000020003"/>
                <a:sym typeface="Cardo Bold" panose="02020804080000020003"/>
              </a:rPr>
              <a:t>CERTIFICATE TYPE</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US" sz="1705">
                <a:solidFill>
                  <a:srgbClr val="0D1E4A"/>
                </a:solidFill>
                <a:latin typeface="Cardo" panose="02020600000000000000"/>
                <a:ea typeface="Cardo" panose="02020600000000000000"/>
                <a:cs typeface="Cardo" panose="02020600000000000000"/>
                <a:sym typeface="Cardo" panose="02020600000000000000"/>
              </a:rPr>
              <a:t>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41" name="Text Box 40"/>
          <p:cNvSpPr txBox="1"/>
          <p:nvPr/>
        </p:nvSpPr>
        <p:spPr>
          <a:xfrm>
            <a:off x="3829050" y="9561195"/>
            <a:ext cx="7112000" cy="275590"/>
          </a:xfrm>
          <a:prstGeom prst="rect">
            <a:avLst/>
          </a:prstGeom>
          <a:noFill/>
        </p:spPr>
        <p:txBody>
          <a:bodyPr wrap="square" rtlCol="0" anchor="t">
            <a:sp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pic>
        <p:nvPicPr>
          <p:cNvPr id="21" name="Picture 20"/>
          <p:cNvPicPr>
            <a:picLocks noChangeAspect="1"/>
          </p:cNvPicPr>
          <p:nvPr/>
        </p:nvPicPr>
        <p:blipFill>
          <a:blip r:embed="rId22"/>
          <a:stretch>
            <a:fillRect/>
          </a:stretch>
        </p:blipFill>
        <p:spPr>
          <a:xfrm>
            <a:off x="2686050" y="656590"/>
            <a:ext cx="1172210" cy="1143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836</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10</cp:revision>
  <dcterms:created xsi:type="dcterms:W3CDTF">2006-08-16T00:00:00Z</dcterms:created>
  <dcterms:modified xsi:type="dcterms:W3CDTF">2026-08-12T14:33:08Z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