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fonts/font3.fntdata" ContentType="application/x-fontdata"/>
  <Override PartName="/ppt/fonts/font4.fntdata" ContentType="application/x-fontdata"/>
  <Override PartName="/ppt/fonts/font5.fntdata" ContentType="application/x-fontdata"/>
  <Override PartName="/ppt/fonts/font6.fntdata" ContentType="application/x-fontdata"/>
  <Override PartName="/ppt/fonts/font7.fntdata" ContentType="application/x-fontdata"/>
  <Override PartName="/ppt/fonts/font8.fntdata" ContentType="application/x-fontdata"/>
  <Override PartName="/ppt/fonts/font9.fntdata" ContentType="application/x-fontdata"/>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3"/>
  </p:sldIdLst>
  <p:sldSz cx="14211300" cy="10033000"/>
  <p:notesSz cx="6858000" cy="9144000"/>
  <p:embeddedFontLst>
    <p:embeddedFont>
      <p:font typeface="Cardo Bold" panose="02020804080000020003"/>
      <p:bold r:id="rId7"/>
    </p:embeddedFont>
    <p:embeddedFont>
      <p:font typeface="Bebas Neue Bold" panose="020B0606020202050201"/>
      <p:bold r:id="rId8"/>
    </p:embeddedFont>
    <p:embeddedFont>
      <p:font typeface="Cardo" panose="02020600000000000000"/>
      <p:regular r:id="rId9"/>
      <p:bold r:id="rId10"/>
      <p:italic r:id="rId11"/>
    </p:embeddedFont>
    <p:embeddedFont>
      <p:font typeface="Calibri" panose="020F0502020204030204" charset="0"/>
      <p:regular r:id="rId12"/>
      <p:bold r:id="rId13"/>
      <p:italic r:id="rId14"/>
      <p:boldItalic r:id="rId1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84"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showGuides="1">
      <p:cViewPr varScale="1">
        <p:scale>
          <a:sx n="74" d="100"/>
          <a:sy n="74" d="100"/>
        </p:scale>
        <p:origin x="-1092" y="-90"/>
      </p:cViewPr>
      <p:guideLst>
        <p:guide orient="horz" pos="2184"/>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font" Target="fonts/font3.fntdata"/><Relationship Id="rId8" Type="http://schemas.openxmlformats.org/officeDocument/2006/relationships/font" Target="fonts/font2.fntdata"/><Relationship Id="rId7" Type="http://schemas.openxmlformats.org/officeDocument/2006/relationships/font" Target="fonts/font1.fntdata"/><Relationship Id="rId6" Type="http://schemas.openxmlformats.org/officeDocument/2006/relationships/tableStyles" Target="tableStyles.xml"/><Relationship Id="rId5" Type="http://schemas.openxmlformats.org/officeDocument/2006/relationships/viewProps" Target="viewProps.xml"/><Relationship Id="rId4" Type="http://schemas.openxmlformats.org/officeDocument/2006/relationships/presProps" Target="presProps.xml"/><Relationship Id="rId3" Type="http://schemas.openxmlformats.org/officeDocument/2006/relationships/slide" Target="slides/slide1.xml"/><Relationship Id="rId2" Type="http://schemas.openxmlformats.org/officeDocument/2006/relationships/theme" Target="theme/theme1.xml"/><Relationship Id="rId15" Type="http://schemas.openxmlformats.org/officeDocument/2006/relationships/font" Target="fonts/font9.fntdata"/><Relationship Id="rId14" Type="http://schemas.openxmlformats.org/officeDocument/2006/relationships/font" Target="fonts/font8.fntdata"/><Relationship Id="rId13" Type="http://schemas.openxmlformats.org/officeDocument/2006/relationships/font" Target="fonts/font7.fntdata"/><Relationship Id="rId12" Type="http://schemas.openxmlformats.org/officeDocument/2006/relationships/font" Target="fonts/font6.fntdata"/><Relationship Id="rId11" Type="http://schemas.openxmlformats.org/officeDocument/2006/relationships/font" Target="fonts/font5.fntdata"/><Relationship Id="rId10" Type="http://schemas.openxmlformats.org/officeDocument/2006/relationships/font" Target="fonts/font4.fntdata"/><Relationship Id="rId1" Type="http://schemas.openxmlformats.org/officeDocument/2006/relationships/slideMaster" Target="slideMasters/slideMaster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9" Type="http://schemas.openxmlformats.org/officeDocument/2006/relationships/image" Target="../media/image9.png"/><Relationship Id="rId8" Type="http://schemas.openxmlformats.org/officeDocument/2006/relationships/image" Target="../media/image8.png"/><Relationship Id="rId7" Type="http://schemas.openxmlformats.org/officeDocument/2006/relationships/image" Target="../media/image7.png"/><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 Id="rId3" Type="http://schemas.openxmlformats.org/officeDocument/2006/relationships/image" Target="../media/image3.png"/><Relationship Id="rId23" Type="http://schemas.openxmlformats.org/officeDocument/2006/relationships/slideLayout" Target="../slideLayouts/slideLayout7.xml"/><Relationship Id="rId22" Type="http://schemas.openxmlformats.org/officeDocument/2006/relationships/image" Target="../media/image22.png"/><Relationship Id="rId21" Type="http://schemas.openxmlformats.org/officeDocument/2006/relationships/image" Target="../media/image21.png"/><Relationship Id="rId20" Type="http://schemas.openxmlformats.org/officeDocument/2006/relationships/image" Target="../media/image20.png"/><Relationship Id="rId2" Type="http://schemas.openxmlformats.org/officeDocument/2006/relationships/image" Target="../media/image2.png"/><Relationship Id="rId19" Type="http://schemas.openxmlformats.org/officeDocument/2006/relationships/image" Target="../media/image19.png"/><Relationship Id="rId18" Type="http://schemas.openxmlformats.org/officeDocument/2006/relationships/image" Target="../media/image18.png"/><Relationship Id="rId17" Type="http://schemas.openxmlformats.org/officeDocument/2006/relationships/image" Target="../media/image17.jpeg"/><Relationship Id="rId16" Type="http://schemas.openxmlformats.org/officeDocument/2006/relationships/image" Target="../media/image16.png"/><Relationship Id="rId15" Type="http://schemas.openxmlformats.org/officeDocument/2006/relationships/image" Target="../media/image15.png"/><Relationship Id="rId14" Type="http://schemas.openxmlformats.org/officeDocument/2006/relationships/image" Target="../media/image14.png"/><Relationship Id="rId13" Type="http://schemas.openxmlformats.org/officeDocument/2006/relationships/image" Target="../media/image13.png"/><Relationship Id="rId12" Type="http://schemas.openxmlformats.org/officeDocument/2006/relationships/image" Target="../media/image12.png"/><Relationship Id="rId11" Type="http://schemas.openxmlformats.org/officeDocument/2006/relationships/image" Target="../media/image11.png"/><Relationship Id="rId10" Type="http://schemas.openxmlformats.org/officeDocument/2006/relationships/image" Target="../media/image10.png"/><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4211300" cy="10039350"/>
          </a:xfrm>
          <a:custGeom>
            <a:avLst/>
            <a:gdLst/>
            <a:ahLst/>
            <a:cxnLst/>
            <a:rect l="l" t="t" r="r" b="b"/>
            <a:pathLst>
              <a:path w="14211300" h="10039350">
                <a:moveTo>
                  <a:pt x="0" y="0"/>
                </a:moveTo>
                <a:lnTo>
                  <a:pt x="14211300" y="0"/>
                </a:lnTo>
                <a:lnTo>
                  <a:pt x="14211300" y="10039350"/>
                </a:lnTo>
                <a:lnTo>
                  <a:pt x="0" y="10039350"/>
                </a:lnTo>
                <a:lnTo>
                  <a:pt x="0" y="0"/>
                </a:lnTo>
                <a:close/>
              </a:path>
            </a:pathLst>
          </a:custGeom>
          <a:blipFill>
            <a:blip r:embed="rId1"/>
            <a:stretch>
              <a:fillRect/>
            </a:stretch>
          </a:blipFill>
        </p:spPr>
      </p:sp>
      <p:sp>
        <p:nvSpPr>
          <p:cNvPr id="3" name="Freeform 3"/>
          <p:cNvSpPr/>
          <p:nvPr/>
        </p:nvSpPr>
        <p:spPr>
          <a:xfrm>
            <a:off x="4791075" y="1924050"/>
            <a:ext cx="1257300" cy="400050"/>
          </a:xfrm>
          <a:custGeom>
            <a:avLst/>
            <a:gdLst/>
            <a:ahLst/>
            <a:cxnLst/>
            <a:rect l="l" t="t" r="r" b="b"/>
            <a:pathLst>
              <a:path w="1257300" h="400050">
                <a:moveTo>
                  <a:pt x="0" y="0"/>
                </a:moveTo>
                <a:lnTo>
                  <a:pt x="1257300" y="0"/>
                </a:lnTo>
                <a:lnTo>
                  <a:pt x="1257300" y="400050"/>
                </a:lnTo>
                <a:lnTo>
                  <a:pt x="0" y="400050"/>
                </a:lnTo>
                <a:lnTo>
                  <a:pt x="0" y="0"/>
                </a:lnTo>
                <a:close/>
              </a:path>
            </a:pathLst>
          </a:custGeom>
          <a:blipFill>
            <a:blip r:embed="rId2"/>
            <a:stretch>
              <a:fillRect/>
            </a:stretch>
          </a:blipFill>
        </p:spPr>
      </p:sp>
      <p:sp>
        <p:nvSpPr>
          <p:cNvPr id="4" name="Freeform 4"/>
          <p:cNvSpPr/>
          <p:nvPr/>
        </p:nvSpPr>
        <p:spPr>
          <a:xfrm>
            <a:off x="5857875" y="1924050"/>
            <a:ext cx="2314575" cy="400050"/>
          </a:xfrm>
          <a:custGeom>
            <a:avLst/>
            <a:gdLst/>
            <a:ahLst/>
            <a:cxnLst/>
            <a:rect l="l" t="t" r="r" b="b"/>
            <a:pathLst>
              <a:path w="2314575" h="400050">
                <a:moveTo>
                  <a:pt x="0" y="0"/>
                </a:moveTo>
                <a:lnTo>
                  <a:pt x="2314575" y="0"/>
                </a:lnTo>
                <a:lnTo>
                  <a:pt x="2314575" y="400050"/>
                </a:lnTo>
                <a:lnTo>
                  <a:pt x="0" y="400050"/>
                </a:lnTo>
                <a:lnTo>
                  <a:pt x="0" y="0"/>
                </a:lnTo>
                <a:close/>
              </a:path>
            </a:pathLst>
          </a:custGeom>
          <a:blipFill>
            <a:blip r:embed="rId3"/>
            <a:stretch>
              <a:fillRect/>
            </a:stretch>
          </a:blipFill>
        </p:spPr>
      </p:sp>
      <p:sp>
        <p:nvSpPr>
          <p:cNvPr id="5" name="Freeform 5"/>
          <p:cNvSpPr/>
          <p:nvPr/>
        </p:nvSpPr>
        <p:spPr>
          <a:xfrm>
            <a:off x="8162925" y="1924050"/>
            <a:ext cx="1257300" cy="400050"/>
          </a:xfrm>
          <a:custGeom>
            <a:avLst/>
            <a:gdLst/>
            <a:ahLst/>
            <a:cxnLst/>
            <a:rect l="l" t="t" r="r" b="b"/>
            <a:pathLst>
              <a:path w="1257300" h="400050">
                <a:moveTo>
                  <a:pt x="0" y="0"/>
                </a:moveTo>
                <a:lnTo>
                  <a:pt x="1257300" y="0"/>
                </a:lnTo>
                <a:lnTo>
                  <a:pt x="1257300" y="400050"/>
                </a:lnTo>
                <a:lnTo>
                  <a:pt x="0" y="400050"/>
                </a:lnTo>
                <a:lnTo>
                  <a:pt x="0" y="0"/>
                </a:lnTo>
                <a:close/>
              </a:path>
            </a:pathLst>
          </a:custGeom>
          <a:blipFill>
            <a:blip r:embed="rId4"/>
            <a:stretch>
              <a:fillRect/>
            </a:stretch>
          </a:blipFill>
        </p:spPr>
      </p:sp>
      <p:sp>
        <p:nvSpPr>
          <p:cNvPr id="6" name="Freeform 6"/>
          <p:cNvSpPr/>
          <p:nvPr/>
        </p:nvSpPr>
        <p:spPr>
          <a:xfrm>
            <a:off x="4791075" y="3086100"/>
            <a:ext cx="895350" cy="200025"/>
          </a:xfrm>
          <a:custGeom>
            <a:avLst/>
            <a:gdLst/>
            <a:ahLst/>
            <a:cxnLst/>
            <a:rect l="l" t="t" r="r" b="b"/>
            <a:pathLst>
              <a:path w="895350" h="200025">
                <a:moveTo>
                  <a:pt x="0" y="0"/>
                </a:moveTo>
                <a:lnTo>
                  <a:pt x="895350" y="0"/>
                </a:lnTo>
                <a:lnTo>
                  <a:pt x="895350" y="200025"/>
                </a:lnTo>
                <a:lnTo>
                  <a:pt x="0" y="200025"/>
                </a:lnTo>
                <a:lnTo>
                  <a:pt x="0" y="0"/>
                </a:lnTo>
                <a:close/>
              </a:path>
            </a:pathLst>
          </a:custGeom>
          <a:blipFill>
            <a:blip r:embed="rId5"/>
            <a:stretch>
              <a:fillRect/>
            </a:stretch>
          </a:blipFill>
        </p:spPr>
      </p:sp>
      <p:sp>
        <p:nvSpPr>
          <p:cNvPr id="7" name="TextBox 7"/>
          <p:cNvSpPr txBox="1"/>
          <p:nvPr/>
        </p:nvSpPr>
        <p:spPr>
          <a:xfrm>
            <a:off x="5741365" y="2999785"/>
            <a:ext cx="838467" cy="205777"/>
          </a:xfrm>
          <a:prstGeom prst="rect">
            <a:avLst/>
          </a:prstGeom>
        </p:spPr>
        <p:txBody>
          <a:bodyPr lIns="0" tIns="0" rIns="0" bIns="0" rtlCol="0" anchor="t">
            <a:spAutoFit/>
          </a:bodyPr>
          <a:lstStyle/>
          <a:p>
            <a:pPr algn="ctr">
              <a:lnSpc>
                <a:spcPts val="1780"/>
              </a:lnSpc>
            </a:pPr>
            <a:r>
              <a:rPr lang="en-US" sz="1275" b="1">
                <a:solidFill>
                  <a:srgbClr val="B20000"/>
                </a:solidFill>
                <a:latin typeface="Cardo Bold" panose="02020804080000020003"/>
                <a:ea typeface="Cardo Bold" panose="02020804080000020003"/>
                <a:cs typeface="Cardo Bold" panose="02020804080000020003"/>
                <a:sym typeface="Cardo Bold" panose="02020804080000020003"/>
              </a:rPr>
              <a:t>DIPLOMA</a:t>
            </a:r>
            <a:endParaRPr lang="en-US" sz="1275" b="1">
              <a:solidFill>
                <a:srgbClr val="B20000"/>
              </a:solidFill>
              <a:latin typeface="Cardo Bold" panose="02020804080000020003"/>
              <a:ea typeface="Cardo Bold" panose="02020804080000020003"/>
              <a:cs typeface="Cardo Bold" panose="02020804080000020003"/>
              <a:sym typeface="Cardo Bold" panose="02020804080000020003"/>
            </a:endParaRPr>
          </a:p>
        </p:txBody>
      </p:sp>
      <p:sp>
        <p:nvSpPr>
          <p:cNvPr id="8" name="Freeform 8"/>
          <p:cNvSpPr/>
          <p:nvPr/>
        </p:nvSpPr>
        <p:spPr>
          <a:xfrm>
            <a:off x="6572250" y="2895600"/>
            <a:ext cx="180975" cy="390525"/>
          </a:xfrm>
          <a:custGeom>
            <a:avLst/>
            <a:gdLst/>
            <a:ahLst/>
            <a:cxnLst/>
            <a:rect l="l" t="t" r="r" b="b"/>
            <a:pathLst>
              <a:path w="180975" h="390525">
                <a:moveTo>
                  <a:pt x="0" y="0"/>
                </a:moveTo>
                <a:lnTo>
                  <a:pt x="180975" y="0"/>
                </a:lnTo>
                <a:lnTo>
                  <a:pt x="180975" y="390525"/>
                </a:lnTo>
                <a:lnTo>
                  <a:pt x="0" y="390525"/>
                </a:lnTo>
                <a:lnTo>
                  <a:pt x="0" y="0"/>
                </a:lnTo>
                <a:close/>
              </a:path>
            </a:pathLst>
          </a:custGeom>
          <a:blipFill>
            <a:blip r:embed="rId6"/>
            <a:stretch>
              <a:fillRect/>
            </a:stretch>
          </a:blipFill>
        </p:spPr>
      </p:sp>
      <p:sp>
        <p:nvSpPr>
          <p:cNvPr id="9" name="Freeform 9"/>
          <p:cNvSpPr/>
          <p:nvPr/>
        </p:nvSpPr>
        <p:spPr>
          <a:xfrm>
            <a:off x="7629525" y="2895600"/>
            <a:ext cx="371475" cy="390525"/>
          </a:xfrm>
          <a:custGeom>
            <a:avLst/>
            <a:gdLst/>
            <a:ahLst/>
            <a:cxnLst/>
            <a:rect l="l" t="t" r="r" b="b"/>
            <a:pathLst>
              <a:path w="371475" h="390525">
                <a:moveTo>
                  <a:pt x="0" y="0"/>
                </a:moveTo>
                <a:lnTo>
                  <a:pt x="371475" y="0"/>
                </a:lnTo>
                <a:lnTo>
                  <a:pt x="371475" y="390525"/>
                </a:lnTo>
                <a:lnTo>
                  <a:pt x="0" y="390525"/>
                </a:lnTo>
                <a:lnTo>
                  <a:pt x="0" y="0"/>
                </a:lnTo>
                <a:close/>
              </a:path>
            </a:pathLst>
          </a:custGeom>
          <a:blipFill>
            <a:blip r:embed="rId7"/>
            <a:stretch>
              <a:fillRect/>
            </a:stretch>
          </a:blipFill>
        </p:spPr>
      </p:sp>
      <p:sp>
        <p:nvSpPr>
          <p:cNvPr id="10" name="Freeform 10"/>
          <p:cNvSpPr/>
          <p:nvPr/>
        </p:nvSpPr>
        <p:spPr>
          <a:xfrm>
            <a:off x="8524875" y="3086100"/>
            <a:ext cx="895350" cy="200025"/>
          </a:xfrm>
          <a:custGeom>
            <a:avLst/>
            <a:gdLst/>
            <a:ahLst/>
            <a:cxnLst/>
            <a:rect l="l" t="t" r="r" b="b"/>
            <a:pathLst>
              <a:path w="895350" h="200025">
                <a:moveTo>
                  <a:pt x="0" y="0"/>
                </a:moveTo>
                <a:lnTo>
                  <a:pt x="895350" y="0"/>
                </a:lnTo>
                <a:lnTo>
                  <a:pt x="895350" y="200025"/>
                </a:lnTo>
                <a:lnTo>
                  <a:pt x="0" y="200025"/>
                </a:lnTo>
                <a:lnTo>
                  <a:pt x="0" y="0"/>
                </a:lnTo>
                <a:close/>
              </a:path>
            </a:pathLst>
          </a:custGeom>
          <a:blipFill>
            <a:blip r:embed="rId8"/>
            <a:stretch>
              <a:fillRect/>
            </a:stretch>
          </a:blipFill>
        </p:spPr>
      </p:sp>
      <p:sp>
        <p:nvSpPr>
          <p:cNvPr id="11" name="TextBox 11"/>
          <p:cNvSpPr txBox="1"/>
          <p:nvPr/>
        </p:nvSpPr>
        <p:spPr>
          <a:xfrm>
            <a:off x="3424923" y="3138916"/>
            <a:ext cx="7517778" cy="1077144"/>
          </a:xfrm>
          <a:prstGeom prst="rect">
            <a:avLst/>
          </a:prstGeom>
        </p:spPr>
        <p:txBody>
          <a:bodyPr lIns="0" tIns="0" rIns="0" bIns="0" rtlCol="0" anchor="t">
            <a:spAutoFit/>
          </a:bodyPr>
          <a:lstStyle/>
          <a:p>
            <a:pPr algn="ctr">
              <a:lnSpc>
                <a:spcPts val="8880"/>
              </a:lnSpc>
            </a:pPr>
            <a:r>
              <a:rPr lang="en-US" sz="6340" b="1" spc="951">
                <a:solidFill>
                  <a:srgbClr val="0D1E4A"/>
                </a:solidFill>
                <a:latin typeface="Cardo Bold" panose="02020804080000020003"/>
                <a:ea typeface="Cardo Bold" panose="02020804080000020003"/>
                <a:cs typeface="Cardo Bold" panose="02020804080000020003"/>
                <a:sym typeface="Cardo Bold" panose="02020804080000020003"/>
              </a:rPr>
              <a:t>CERTIFICATE</a:t>
            </a:r>
            <a:endParaRPr lang="en-US" sz="6340" b="1" spc="951">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12" name="Freeform 12"/>
          <p:cNvSpPr/>
          <p:nvPr/>
        </p:nvSpPr>
        <p:spPr>
          <a:xfrm>
            <a:off x="9900285" y="3467100"/>
            <a:ext cx="4086225" cy="4838700"/>
          </a:xfrm>
          <a:custGeom>
            <a:avLst/>
            <a:gdLst/>
            <a:ahLst/>
            <a:cxnLst/>
            <a:rect l="l" t="t" r="r" b="b"/>
            <a:pathLst>
              <a:path w="4086225" h="4838700">
                <a:moveTo>
                  <a:pt x="0" y="0"/>
                </a:moveTo>
                <a:lnTo>
                  <a:pt x="4086225" y="0"/>
                </a:lnTo>
                <a:lnTo>
                  <a:pt x="4086225" y="4838700"/>
                </a:lnTo>
                <a:lnTo>
                  <a:pt x="0" y="4838700"/>
                </a:lnTo>
                <a:lnTo>
                  <a:pt x="0" y="0"/>
                </a:lnTo>
                <a:close/>
              </a:path>
            </a:pathLst>
          </a:custGeom>
          <a:blipFill>
            <a:blip r:embed="rId9"/>
            <a:stretch>
              <a:fillRect/>
            </a:stretch>
          </a:blipFill>
        </p:spPr>
      </p:sp>
      <p:sp>
        <p:nvSpPr>
          <p:cNvPr id="13" name="Freeform 13"/>
          <p:cNvSpPr/>
          <p:nvPr/>
        </p:nvSpPr>
        <p:spPr>
          <a:xfrm>
            <a:off x="11123676" y="1748472"/>
            <a:ext cx="2210177" cy="1563409"/>
          </a:xfrm>
          <a:custGeom>
            <a:avLst/>
            <a:gdLst/>
            <a:ahLst/>
            <a:cxnLst/>
            <a:rect l="l" t="t" r="r" b="b"/>
            <a:pathLst>
              <a:path w="2210177" h="1563409">
                <a:moveTo>
                  <a:pt x="0" y="0"/>
                </a:moveTo>
                <a:lnTo>
                  <a:pt x="2210177" y="0"/>
                </a:lnTo>
                <a:lnTo>
                  <a:pt x="2210177" y="1563409"/>
                </a:lnTo>
                <a:lnTo>
                  <a:pt x="0" y="1563409"/>
                </a:lnTo>
                <a:lnTo>
                  <a:pt x="0" y="0"/>
                </a:lnTo>
                <a:close/>
              </a:path>
            </a:pathLst>
          </a:custGeom>
          <a:blipFill>
            <a:blip r:embed="rId10"/>
            <a:stretch>
              <a:fillRect/>
            </a:stretch>
          </a:blipFill>
        </p:spPr>
      </p:sp>
      <p:sp>
        <p:nvSpPr>
          <p:cNvPr id="14" name="Freeform 14"/>
          <p:cNvSpPr/>
          <p:nvPr/>
        </p:nvSpPr>
        <p:spPr>
          <a:xfrm>
            <a:off x="0" y="0"/>
            <a:ext cx="2133600" cy="2514600"/>
          </a:xfrm>
          <a:custGeom>
            <a:avLst/>
            <a:gdLst/>
            <a:ahLst/>
            <a:cxnLst/>
            <a:rect l="l" t="t" r="r" b="b"/>
            <a:pathLst>
              <a:path w="2133600" h="2514600">
                <a:moveTo>
                  <a:pt x="0" y="0"/>
                </a:moveTo>
                <a:lnTo>
                  <a:pt x="2133600" y="0"/>
                </a:lnTo>
                <a:lnTo>
                  <a:pt x="2133600" y="2514600"/>
                </a:lnTo>
                <a:lnTo>
                  <a:pt x="0" y="2514600"/>
                </a:lnTo>
                <a:lnTo>
                  <a:pt x="0" y="0"/>
                </a:lnTo>
                <a:close/>
              </a:path>
            </a:pathLst>
          </a:custGeom>
          <a:blipFill>
            <a:blip r:embed="rId11"/>
            <a:stretch>
              <a:fillRect/>
            </a:stretch>
          </a:blipFill>
        </p:spPr>
      </p:sp>
      <p:sp>
        <p:nvSpPr>
          <p:cNvPr id="15" name="Freeform 15"/>
          <p:cNvSpPr/>
          <p:nvPr/>
        </p:nvSpPr>
        <p:spPr>
          <a:xfrm>
            <a:off x="0" y="8486775"/>
            <a:ext cx="1781175" cy="1362075"/>
          </a:xfrm>
          <a:custGeom>
            <a:avLst/>
            <a:gdLst/>
            <a:ahLst/>
            <a:cxnLst/>
            <a:rect l="l" t="t" r="r" b="b"/>
            <a:pathLst>
              <a:path w="1781175" h="1362075">
                <a:moveTo>
                  <a:pt x="0" y="0"/>
                </a:moveTo>
                <a:lnTo>
                  <a:pt x="1781175" y="0"/>
                </a:lnTo>
                <a:lnTo>
                  <a:pt x="1781175" y="1362075"/>
                </a:lnTo>
                <a:lnTo>
                  <a:pt x="0" y="1362075"/>
                </a:lnTo>
                <a:lnTo>
                  <a:pt x="0" y="0"/>
                </a:lnTo>
                <a:close/>
              </a:path>
            </a:pathLst>
          </a:custGeom>
          <a:blipFill>
            <a:blip r:embed="rId12"/>
            <a:stretch>
              <a:fillRect/>
            </a:stretch>
          </a:blipFill>
        </p:spPr>
      </p:sp>
      <p:sp>
        <p:nvSpPr>
          <p:cNvPr id="16" name="Freeform 16"/>
          <p:cNvSpPr/>
          <p:nvPr/>
        </p:nvSpPr>
        <p:spPr>
          <a:xfrm>
            <a:off x="12430125" y="0"/>
            <a:ext cx="1609725" cy="1552575"/>
          </a:xfrm>
          <a:custGeom>
            <a:avLst/>
            <a:gdLst/>
            <a:ahLst/>
            <a:cxnLst/>
            <a:rect l="l" t="t" r="r" b="b"/>
            <a:pathLst>
              <a:path w="1609725" h="1552575">
                <a:moveTo>
                  <a:pt x="0" y="0"/>
                </a:moveTo>
                <a:lnTo>
                  <a:pt x="1609725" y="0"/>
                </a:lnTo>
                <a:lnTo>
                  <a:pt x="1609725" y="1552575"/>
                </a:lnTo>
                <a:lnTo>
                  <a:pt x="0" y="1552575"/>
                </a:lnTo>
                <a:lnTo>
                  <a:pt x="0" y="0"/>
                </a:lnTo>
                <a:close/>
              </a:path>
            </a:pathLst>
          </a:custGeom>
          <a:blipFill>
            <a:blip r:embed="rId13"/>
            <a:stretch>
              <a:fillRect/>
            </a:stretch>
          </a:blipFill>
        </p:spPr>
      </p:sp>
      <p:sp>
        <p:nvSpPr>
          <p:cNvPr id="17" name="Freeform 17"/>
          <p:cNvSpPr/>
          <p:nvPr/>
        </p:nvSpPr>
        <p:spPr>
          <a:xfrm>
            <a:off x="225116" y="3276600"/>
            <a:ext cx="2667000" cy="3095625"/>
          </a:xfrm>
          <a:custGeom>
            <a:avLst/>
            <a:gdLst/>
            <a:ahLst/>
            <a:cxnLst/>
            <a:rect l="l" t="t" r="r" b="b"/>
            <a:pathLst>
              <a:path w="2667000" h="3095625">
                <a:moveTo>
                  <a:pt x="0" y="0"/>
                </a:moveTo>
                <a:lnTo>
                  <a:pt x="2667000" y="0"/>
                </a:lnTo>
                <a:lnTo>
                  <a:pt x="2667000" y="3095625"/>
                </a:lnTo>
                <a:lnTo>
                  <a:pt x="0" y="3095625"/>
                </a:lnTo>
                <a:lnTo>
                  <a:pt x="0" y="0"/>
                </a:lnTo>
                <a:close/>
              </a:path>
            </a:pathLst>
          </a:custGeom>
          <a:blipFill>
            <a:blip r:embed="rId14"/>
            <a:stretch>
              <a:fillRect/>
            </a:stretch>
          </a:blipFill>
        </p:spPr>
      </p:sp>
      <p:sp>
        <p:nvSpPr>
          <p:cNvPr id="18" name="Freeform 18"/>
          <p:cNvSpPr/>
          <p:nvPr/>
        </p:nvSpPr>
        <p:spPr>
          <a:xfrm>
            <a:off x="3552825" y="5434368"/>
            <a:ext cx="6934200" cy="200025"/>
          </a:xfrm>
          <a:custGeom>
            <a:avLst/>
            <a:gdLst/>
            <a:ahLst/>
            <a:cxnLst/>
            <a:rect l="l" t="t" r="r" b="b"/>
            <a:pathLst>
              <a:path w="6934200" h="200025">
                <a:moveTo>
                  <a:pt x="0" y="0"/>
                </a:moveTo>
                <a:lnTo>
                  <a:pt x="6934200" y="0"/>
                </a:lnTo>
                <a:lnTo>
                  <a:pt x="6934200" y="200025"/>
                </a:lnTo>
                <a:lnTo>
                  <a:pt x="0" y="200025"/>
                </a:lnTo>
                <a:lnTo>
                  <a:pt x="0" y="0"/>
                </a:lnTo>
                <a:close/>
              </a:path>
            </a:pathLst>
          </a:custGeom>
          <a:blipFill>
            <a:blip r:embed="rId15"/>
            <a:stretch>
              <a:fillRect/>
            </a:stretch>
          </a:blipFill>
        </p:spPr>
      </p:sp>
      <p:sp>
        <p:nvSpPr>
          <p:cNvPr id="19" name="Freeform 19"/>
          <p:cNvSpPr/>
          <p:nvPr/>
        </p:nvSpPr>
        <p:spPr>
          <a:xfrm>
            <a:off x="5324475" y="7691514"/>
            <a:ext cx="3381375" cy="400050"/>
          </a:xfrm>
          <a:custGeom>
            <a:avLst/>
            <a:gdLst/>
            <a:ahLst/>
            <a:cxnLst/>
            <a:rect l="l" t="t" r="r" b="b"/>
            <a:pathLst>
              <a:path w="3381375" h="400050">
                <a:moveTo>
                  <a:pt x="0" y="0"/>
                </a:moveTo>
                <a:lnTo>
                  <a:pt x="3381375" y="0"/>
                </a:lnTo>
                <a:lnTo>
                  <a:pt x="3381375" y="400050"/>
                </a:lnTo>
                <a:lnTo>
                  <a:pt x="0" y="400050"/>
                </a:lnTo>
                <a:lnTo>
                  <a:pt x="0" y="0"/>
                </a:lnTo>
                <a:close/>
              </a:path>
            </a:pathLst>
          </a:custGeom>
          <a:blipFill>
            <a:blip r:embed="rId16"/>
            <a:stretch>
              <a:fillRect/>
            </a:stretch>
          </a:blipFill>
        </p:spPr>
      </p:sp>
      <p:sp>
        <p:nvSpPr>
          <p:cNvPr id="20" name="Freeform 20"/>
          <p:cNvSpPr/>
          <p:nvPr/>
        </p:nvSpPr>
        <p:spPr>
          <a:xfrm>
            <a:off x="1440621" y="646488"/>
            <a:ext cx="1069499" cy="1212099"/>
          </a:xfrm>
          <a:custGeom>
            <a:avLst/>
            <a:gdLst/>
            <a:ahLst/>
            <a:cxnLst/>
            <a:rect l="l" t="t" r="r" b="b"/>
            <a:pathLst>
              <a:path w="1069499" h="1212099">
                <a:moveTo>
                  <a:pt x="0" y="0"/>
                </a:moveTo>
                <a:lnTo>
                  <a:pt x="1069499" y="0"/>
                </a:lnTo>
                <a:lnTo>
                  <a:pt x="1069499" y="1212099"/>
                </a:lnTo>
                <a:lnTo>
                  <a:pt x="0" y="1212099"/>
                </a:lnTo>
                <a:lnTo>
                  <a:pt x="0" y="0"/>
                </a:lnTo>
                <a:close/>
              </a:path>
            </a:pathLst>
          </a:custGeom>
          <a:blipFill>
            <a:blip r:embed="rId17"/>
            <a:stretch>
              <a:fillRect/>
            </a:stretch>
          </a:blipFill>
        </p:spPr>
      </p:sp>
      <p:sp>
        <p:nvSpPr>
          <p:cNvPr id="22" name="Freeform 22"/>
          <p:cNvSpPr/>
          <p:nvPr/>
        </p:nvSpPr>
        <p:spPr>
          <a:xfrm>
            <a:off x="10695941" y="581297"/>
            <a:ext cx="1228175" cy="1228175"/>
          </a:xfrm>
          <a:custGeom>
            <a:avLst/>
            <a:gdLst/>
            <a:ahLst/>
            <a:cxnLst/>
            <a:rect l="l" t="t" r="r" b="b"/>
            <a:pathLst>
              <a:path w="1228175" h="1228175">
                <a:moveTo>
                  <a:pt x="0" y="0"/>
                </a:moveTo>
                <a:lnTo>
                  <a:pt x="1228175" y="0"/>
                </a:lnTo>
                <a:lnTo>
                  <a:pt x="1228175" y="1228175"/>
                </a:lnTo>
                <a:lnTo>
                  <a:pt x="0" y="1228175"/>
                </a:lnTo>
                <a:lnTo>
                  <a:pt x="0" y="0"/>
                </a:lnTo>
                <a:close/>
              </a:path>
            </a:pathLst>
          </a:custGeom>
          <a:blipFill>
            <a:blip r:embed="rId18"/>
            <a:stretch>
              <a:fillRect/>
            </a:stretch>
          </a:blipFill>
        </p:spPr>
      </p:sp>
      <p:sp>
        <p:nvSpPr>
          <p:cNvPr id="23" name="Freeform 23"/>
          <p:cNvSpPr/>
          <p:nvPr/>
        </p:nvSpPr>
        <p:spPr>
          <a:xfrm>
            <a:off x="11924116" y="759728"/>
            <a:ext cx="1012019" cy="985618"/>
          </a:xfrm>
          <a:custGeom>
            <a:avLst/>
            <a:gdLst/>
            <a:ahLst/>
            <a:cxnLst/>
            <a:rect l="l" t="t" r="r" b="b"/>
            <a:pathLst>
              <a:path w="1012019" h="985618">
                <a:moveTo>
                  <a:pt x="0" y="0"/>
                </a:moveTo>
                <a:lnTo>
                  <a:pt x="1012018" y="0"/>
                </a:lnTo>
                <a:lnTo>
                  <a:pt x="1012018" y="985619"/>
                </a:lnTo>
                <a:lnTo>
                  <a:pt x="0" y="985619"/>
                </a:lnTo>
                <a:lnTo>
                  <a:pt x="0" y="0"/>
                </a:lnTo>
                <a:close/>
              </a:path>
            </a:pathLst>
          </a:custGeom>
          <a:blipFill>
            <a:blip r:embed="rId19"/>
            <a:stretch>
              <a:fillRect/>
            </a:stretch>
          </a:blipFill>
        </p:spPr>
      </p:sp>
      <p:sp>
        <p:nvSpPr>
          <p:cNvPr id="24" name="Freeform 24"/>
          <p:cNvSpPr/>
          <p:nvPr/>
        </p:nvSpPr>
        <p:spPr>
          <a:xfrm>
            <a:off x="8922514" y="8622927"/>
            <a:ext cx="1679485" cy="1008741"/>
          </a:xfrm>
          <a:custGeom>
            <a:avLst/>
            <a:gdLst/>
            <a:ahLst/>
            <a:cxnLst/>
            <a:rect l="l" t="t" r="r" b="b"/>
            <a:pathLst>
              <a:path w="1679485" h="1008741">
                <a:moveTo>
                  <a:pt x="0" y="0"/>
                </a:moveTo>
                <a:lnTo>
                  <a:pt x="1679485" y="0"/>
                </a:lnTo>
                <a:lnTo>
                  <a:pt x="1679485" y="1008740"/>
                </a:lnTo>
                <a:lnTo>
                  <a:pt x="0" y="1008740"/>
                </a:lnTo>
                <a:lnTo>
                  <a:pt x="0" y="0"/>
                </a:lnTo>
                <a:close/>
              </a:path>
            </a:pathLst>
          </a:custGeom>
          <a:blipFill>
            <a:blip r:embed="rId20"/>
            <a:stretch>
              <a:fillRect/>
            </a:stretch>
          </a:blipFill>
        </p:spPr>
      </p:sp>
      <p:sp>
        <p:nvSpPr>
          <p:cNvPr id="25" name="Freeform 25"/>
          <p:cNvSpPr/>
          <p:nvPr/>
        </p:nvSpPr>
        <p:spPr>
          <a:xfrm>
            <a:off x="4196064" y="8552027"/>
            <a:ext cx="1432619" cy="1258804"/>
          </a:xfrm>
          <a:custGeom>
            <a:avLst/>
            <a:gdLst/>
            <a:ahLst/>
            <a:cxnLst/>
            <a:rect l="l" t="t" r="r" b="b"/>
            <a:pathLst>
              <a:path w="1432619" h="1258804">
                <a:moveTo>
                  <a:pt x="0" y="0"/>
                </a:moveTo>
                <a:lnTo>
                  <a:pt x="1432619" y="0"/>
                </a:lnTo>
                <a:lnTo>
                  <a:pt x="1432619" y="1258804"/>
                </a:lnTo>
                <a:lnTo>
                  <a:pt x="0" y="1258804"/>
                </a:lnTo>
                <a:lnTo>
                  <a:pt x="0" y="0"/>
                </a:lnTo>
                <a:close/>
              </a:path>
            </a:pathLst>
          </a:custGeom>
          <a:blipFill>
            <a:blip r:embed="rId21"/>
            <a:stretch>
              <a:fillRect/>
            </a:stretch>
          </a:blipFill>
        </p:spPr>
      </p:sp>
      <p:sp>
        <p:nvSpPr>
          <p:cNvPr id="26" name="TextBox 26"/>
          <p:cNvSpPr txBox="1"/>
          <p:nvPr/>
        </p:nvSpPr>
        <p:spPr>
          <a:xfrm>
            <a:off x="4661306" y="1166810"/>
            <a:ext cx="5002378" cy="480484"/>
          </a:xfrm>
          <a:prstGeom prst="rect">
            <a:avLst/>
          </a:prstGeom>
        </p:spPr>
        <p:txBody>
          <a:bodyPr lIns="0" tIns="0" rIns="0" bIns="0" rtlCol="0" anchor="t">
            <a:spAutoFit/>
          </a:bodyPr>
          <a:lstStyle/>
          <a:p>
            <a:pPr algn="ctr">
              <a:lnSpc>
                <a:spcPts val="3965"/>
              </a:lnSpc>
            </a:pPr>
            <a:r>
              <a:rPr lang="en-US" sz="2835" b="1">
                <a:solidFill>
                  <a:srgbClr val="0D1E4A"/>
                </a:solidFill>
                <a:latin typeface="Bebas Neue Bold" panose="020B0606020202050201"/>
                <a:ea typeface="Bebas Neue Bold" panose="020B0606020202050201"/>
                <a:cs typeface="Bebas Neue Bold" panose="020B0606020202050201"/>
                <a:sym typeface="Bebas Neue Bold" panose="020B0606020202050201"/>
              </a:rPr>
              <a:t>COLLEGE OF ENGINEERING AND TECHNOLOGY</a:t>
            </a:r>
            <a:endParaRPr lang="en-US" sz="2835" b="1">
              <a:solidFill>
                <a:srgbClr val="0D1E4A"/>
              </a:solidFill>
              <a:latin typeface="Bebas Neue Bold" panose="020B0606020202050201"/>
              <a:ea typeface="Bebas Neue Bold" panose="020B0606020202050201"/>
              <a:cs typeface="Bebas Neue Bold" panose="020B0606020202050201"/>
              <a:sym typeface="Bebas Neue Bold" panose="020B0606020202050201"/>
            </a:endParaRPr>
          </a:p>
        </p:txBody>
      </p:sp>
      <p:sp>
        <p:nvSpPr>
          <p:cNvPr id="27" name="TextBox 27"/>
          <p:cNvSpPr txBox="1"/>
          <p:nvPr/>
        </p:nvSpPr>
        <p:spPr>
          <a:xfrm>
            <a:off x="5670309" y="1607270"/>
            <a:ext cx="2927528" cy="280697"/>
          </a:xfrm>
          <a:prstGeom prst="rect">
            <a:avLst/>
          </a:prstGeom>
        </p:spPr>
        <p:txBody>
          <a:bodyPr lIns="0" tIns="0" rIns="0" bIns="0" rtlCol="0" anchor="t">
            <a:spAutoFit/>
          </a:bodyPr>
          <a:lstStyle/>
          <a:p>
            <a:pPr algn="ctr">
              <a:lnSpc>
                <a:spcPts val="2380"/>
              </a:lnSpc>
            </a:pPr>
            <a:r>
              <a:rPr lang="en-US" sz="1700" b="1">
                <a:solidFill>
                  <a:srgbClr val="B20000"/>
                </a:solidFill>
                <a:latin typeface="Cardo Bold" panose="02020804080000020003"/>
                <a:ea typeface="Cardo Bold" panose="02020804080000020003"/>
                <a:cs typeface="Cardo Bold" panose="02020804080000020003"/>
                <a:sym typeface="Cardo Bold" panose="02020804080000020003"/>
              </a:rPr>
              <a:t>(An Autonomous Institution)</a:t>
            </a:r>
            <a:endParaRPr lang="en-US" sz="1700" b="1">
              <a:solidFill>
                <a:srgbClr val="B20000"/>
              </a:solidFill>
              <a:latin typeface="Cardo Bold" panose="02020804080000020003"/>
              <a:ea typeface="Cardo Bold" panose="02020804080000020003"/>
              <a:cs typeface="Cardo Bold" panose="02020804080000020003"/>
              <a:sym typeface="Cardo Bold" panose="02020804080000020003"/>
            </a:endParaRPr>
          </a:p>
        </p:txBody>
      </p:sp>
      <p:sp>
        <p:nvSpPr>
          <p:cNvPr id="28" name="TextBox 28"/>
          <p:cNvSpPr txBox="1"/>
          <p:nvPr/>
        </p:nvSpPr>
        <p:spPr>
          <a:xfrm>
            <a:off x="6380874" y="2000094"/>
            <a:ext cx="1364285" cy="248000"/>
          </a:xfrm>
          <a:prstGeom prst="rect">
            <a:avLst/>
          </a:prstGeom>
        </p:spPr>
        <p:txBody>
          <a:bodyPr lIns="0" tIns="0" rIns="0" bIns="0" rtlCol="0" anchor="t">
            <a:spAutoFit/>
          </a:bodyPr>
          <a:lstStyle/>
          <a:p>
            <a:pPr algn="ctr">
              <a:lnSpc>
                <a:spcPts val="2080"/>
              </a:lnSpc>
            </a:pPr>
            <a:r>
              <a:rPr lang="en-US" sz="1485" b="1">
                <a:solidFill>
                  <a:srgbClr val="FFFFFF"/>
                </a:solidFill>
                <a:latin typeface="Cardo Bold" panose="02020804080000020003"/>
                <a:ea typeface="Cardo Bold" panose="02020804080000020003"/>
                <a:cs typeface="Cardo Bold" panose="02020804080000020003"/>
                <a:sym typeface="Cardo Bold" panose="02020804080000020003"/>
              </a:rPr>
              <a:t>PEDDAPALLI</a:t>
            </a:r>
            <a:endParaRPr lang="en-US" sz="1485" b="1">
              <a:solidFill>
                <a:srgbClr val="FFFFFF"/>
              </a:solidFill>
              <a:latin typeface="Cardo Bold" panose="02020804080000020003"/>
              <a:ea typeface="Cardo Bold" panose="02020804080000020003"/>
              <a:cs typeface="Cardo Bold" panose="02020804080000020003"/>
              <a:sym typeface="Cardo Bold" panose="02020804080000020003"/>
            </a:endParaRPr>
          </a:p>
        </p:txBody>
      </p:sp>
      <p:sp>
        <p:nvSpPr>
          <p:cNvPr id="29" name="TextBox 29"/>
          <p:cNvSpPr txBox="1"/>
          <p:nvPr/>
        </p:nvSpPr>
        <p:spPr>
          <a:xfrm>
            <a:off x="4234967" y="2352472"/>
            <a:ext cx="5741365" cy="543560"/>
          </a:xfrm>
          <a:prstGeom prst="rect">
            <a:avLst/>
          </a:prstGeom>
        </p:spPr>
        <p:txBody>
          <a:bodyPr lIns="0" tIns="0" rIns="0" bIns="0" rtlCol="0" anchor="t">
            <a:spAutoFit/>
          </a:bodyPr>
          <a:lstStyle/>
          <a:p>
            <a:pPr algn="ctr">
              <a:lnSpc>
                <a:spcPts val="2120"/>
              </a:lnSpc>
            </a:pPr>
            <a:r>
              <a:rPr lang="en-US" sz="1415" b="1">
                <a:solidFill>
                  <a:srgbClr val="0D1E4A"/>
                </a:solidFill>
                <a:latin typeface="Cardo Bold" panose="02020804080000020003"/>
                <a:ea typeface="Cardo Bold" panose="02020804080000020003"/>
                <a:cs typeface="Cardo Bold" panose="02020804080000020003"/>
                <a:sym typeface="Cardo Bold" panose="02020804080000020003"/>
              </a:rPr>
              <a:t>Approved by </a:t>
            </a:r>
            <a:r>
              <a:rPr lang="en-US" altLang="en-US" sz="1415" b="1">
                <a:solidFill>
                  <a:srgbClr val="0D1E4A"/>
                </a:solidFill>
                <a:latin typeface="Cardo Bold" panose="02020804080000020003"/>
                <a:ea typeface="Cardo Bold" panose="02020804080000020003"/>
                <a:cs typeface="Cardo Bold" panose="02020804080000020003"/>
                <a:sym typeface="Cardo Bold" panose="02020804080000020003"/>
              </a:rPr>
              <a:t>AICTE</a:t>
            </a:r>
            <a:r>
              <a:rPr lang="en-US" sz="1415" b="1">
                <a:solidFill>
                  <a:srgbClr val="0D1E4A"/>
                </a:solidFill>
                <a:latin typeface="Cardo Bold" panose="02020804080000020003"/>
                <a:ea typeface="Cardo Bold" panose="02020804080000020003"/>
                <a:cs typeface="Cardo Bold" panose="02020804080000020003"/>
                <a:sym typeface="Cardo Bold" panose="02020804080000020003"/>
              </a:rPr>
              <a:t>, Recognized by NAAC, Recognized under 2 (f) of UGC, Affiliate to JNTU, Hyderabad &amp; Affiliated to SBTET</a:t>
            </a:r>
            <a:endParaRPr lang="en-US" sz="1415" b="1">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30" name="TextBox 30"/>
          <p:cNvSpPr txBox="1"/>
          <p:nvPr/>
        </p:nvSpPr>
        <p:spPr>
          <a:xfrm>
            <a:off x="6892480" y="2982085"/>
            <a:ext cx="724776" cy="231651"/>
          </a:xfrm>
          <a:prstGeom prst="rect">
            <a:avLst/>
          </a:prstGeom>
        </p:spPr>
        <p:txBody>
          <a:bodyPr lIns="0" tIns="0" rIns="0" bIns="0" rtlCol="0" anchor="t">
            <a:spAutoFit/>
          </a:bodyPr>
          <a:lstStyle/>
          <a:p>
            <a:pPr algn="ctr">
              <a:lnSpc>
                <a:spcPts val="1930"/>
              </a:lnSpc>
            </a:pPr>
            <a:r>
              <a:rPr lang="en-US" sz="1380" b="1">
                <a:solidFill>
                  <a:srgbClr val="0D1E4A"/>
                </a:solidFill>
                <a:latin typeface="Cardo Bold" panose="02020804080000020003"/>
                <a:ea typeface="Cardo Bold" panose="02020804080000020003"/>
                <a:cs typeface="Cardo Bold" panose="02020804080000020003"/>
                <a:sym typeface="Cardo Bold" panose="02020804080000020003"/>
              </a:rPr>
              <a:t>B.TECH</a:t>
            </a:r>
            <a:endParaRPr lang="en-US" sz="1380" b="1">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31" name="TextBox 31"/>
          <p:cNvSpPr txBox="1"/>
          <p:nvPr/>
        </p:nvSpPr>
        <p:spPr>
          <a:xfrm>
            <a:off x="8000962" y="2976423"/>
            <a:ext cx="412128" cy="233452"/>
          </a:xfrm>
          <a:prstGeom prst="rect">
            <a:avLst/>
          </a:prstGeom>
        </p:spPr>
        <p:txBody>
          <a:bodyPr lIns="0" tIns="0" rIns="0" bIns="0" rtlCol="0" anchor="t">
            <a:spAutoFit/>
          </a:bodyPr>
          <a:lstStyle/>
          <a:p>
            <a:pPr algn="ctr">
              <a:lnSpc>
                <a:spcPts val="1830"/>
              </a:lnSpc>
            </a:pPr>
            <a:r>
              <a:rPr lang="en-US" sz="1310" b="1">
                <a:solidFill>
                  <a:srgbClr val="B20000"/>
                </a:solidFill>
                <a:latin typeface="Cardo Bold" panose="02020804080000020003"/>
                <a:ea typeface="Cardo Bold" panose="02020804080000020003"/>
                <a:cs typeface="Cardo Bold" panose="02020804080000020003"/>
                <a:sym typeface="Cardo Bold" panose="02020804080000020003"/>
              </a:rPr>
              <a:t>MBA</a:t>
            </a:r>
            <a:endParaRPr lang="en-US" sz="1310" b="1">
              <a:solidFill>
                <a:srgbClr val="B20000"/>
              </a:solidFill>
              <a:latin typeface="Cardo Bold" panose="02020804080000020003"/>
              <a:ea typeface="Cardo Bold" panose="02020804080000020003"/>
              <a:cs typeface="Cardo Bold" panose="02020804080000020003"/>
              <a:sym typeface="Cardo Bold" panose="02020804080000020003"/>
            </a:endParaRPr>
          </a:p>
        </p:txBody>
      </p:sp>
      <p:sp>
        <p:nvSpPr>
          <p:cNvPr id="32" name="TextBox 32"/>
          <p:cNvSpPr txBox="1"/>
          <p:nvPr/>
        </p:nvSpPr>
        <p:spPr>
          <a:xfrm>
            <a:off x="5670309" y="398872"/>
            <a:ext cx="3353867" cy="796513"/>
          </a:xfrm>
          <a:prstGeom prst="rect">
            <a:avLst/>
          </a:prstGeom>
        </p:spPr>
        <p:txBody>
          <a:bodyPr lIns="0" tIns="0" rIns="0" bIns="0" rtlCol="0" anchor="t">
            <a:spAutoFit/>
          </a:bodyPr>
          <a:lstStyle/>
          <a:p>
            <a:pPr algn="ctr">
              <a:lnSpc>
                <a:spcPts val="6495"/>
              </a:lnSpc>
            </a:pPr>
            <a:r>
              <a:rPr lang="en-US" sz="4640" b="1" spc="696">
                <a:solidFill>
                  <a:srgbClr val="860000"/>
                </a:solidFill>
                <a:latin typeface="Cardo Bold" panose="02020804080000020003"/>
                <a:ea typeface="Cardo Bold" panose="02020804080000020003"/>
                <a:cs typeface="Cardo Bold" panose="02020804080000020003"/>
                <a:sym typeface="Cardo Bold" panose="02020804080000020003"/>
              </a:rPr>
              <a:t>TRINITY</a:t>
            </a:r>
            <a:endParaRPr lang="en-US" sz="4640" b="1" spc="696">
              <a:solidFill>
                <a:srgbClr val="860000"/>
              </a:solidFill>
              <a:latin typeface="Cardo Bold" panose="02020804080000020003"/>
              <a:ea typeface="Cardo Bold" panose="02020804080000020003"/>
              <a:cs typeface="Cardo Bold" panose="02020804080000020003"/>
              <a:sym typeface="Cardo Bold" panose="02020804080000020003"/>
            </a:endParaRPr>
          </a:p>
        </p:txBody>
      </p:sp>
      <p:sp>
        <p:nvSpPr>
          <p:cNvPr id="33" name="TextBox 33"/>
          <p:cNvSpPr txBox="1"/>
          <p:nvPr/>
        </p:nvSpPr>
        <p:spPr>
          <a:xfrm>
            <a:off x="5769788" y="4280357"/>
            <a:ext cx="2501189" cy="348793"/>
          </a:xfrm>
          <a:prstGeom prst="rect">
            <a:avLst/>
          </a:prstGeom>
        </p:spPr>
        <p:txBody>
          <a:bodyPr lIns="0" tIns="0" rIns="0" bIns="0" rtlCol="0" anchor="t">
            <a:spAutoFit/>
          </a:bodyPr>
          <a:lstStyle/>
          <a:p>
            <a:pPr algn="ctr">
              <a:lnSpc>
                <a:spcPts val="2825"/>
              </a:lnSpc>
            </a:pPr>
            <a:r>
              <a:rPr lang="en-US" sz="2015">
                <a:solidFill>
                  <a:srgbClr val="0D1E4A"/>
                </a:solidFill>
                <a:latin typeface="Cardo" panose="02020600000000000000"/>
                <a:ea typeface="Cardo" panose="02020600000000000000"/>
                <a:cs typeface="Cardo" panose="02020600000000000000"/>
                <a:sym typeface="Cardo" panose="02020600000000000000"/>
              </a:rPr>
              <a:t>This is to certify that</a:t>
            </a:r>
            <a:endParaRPr lang="en-US" sz="2015">
              <a:solidFill>
                <a:srgbClr val="0D1E4A"/>
              </a:solidFill>
              <a:latin typeface="Cardo" panose="02020600000000000000"/>
              <a:ea typeface="Cardo" panose="02020600000000000000"/>
              <a:cs typeface="Cardo" panose="02020600000000000000"/>
              <a:sym typeface="Cardo" panose="02020600000000000000"/>
            </a:endParaRPr>
          </a:p>
        </p:txBody>
      </p:sp>
      <p:sp>
        <p:nvSpPr>
          <p:cNvPr id="34" name="TextBox 34"/>
          <p:cNvSpPr txBox="1"/>
          <p:nvPr/>
        </p:nvSpPr>
        <p:spPr>
          <a:xfrm>
            <a:off x="2435225" y="5795645"/>
            <a:ext cx="9621520" cy="1796415"/>
          </a:xfrm>
          <a:prstGeom prst="rect">
            <a:avLst/>
          </a:prstGeom>
        </p:spPr>
        <p:txBody>
          <a:bodyPr lIns="0" tIns="0" rIns="0" bIns="0" rtlCol="0" anchor="t">
            <a:noAutofit/>
          </a:bodyPr>
          <a:lstStyle/>
          <a:p>
            <a:pPr algn="ctr">
              <a:lnSpc>
                <a:spcPts val="2385"/>
              </a:lnSpc>
            </a:pPr>
            <a:r>
              <a:rPr lang="en-US" sz="1705">
                <a:solidFill>
                  <a:srgbClr val="0D1E4A"/>
                </a:solidFill>
                <a:latin typeface="Cardo" panose="02020600000000000000"/>
                <a:ea typeface="Cardo" panose="02020600000000000000"/>
                <a:cs typeface="Cardo" panose="02020600000000000000"/>
                <a:sym typeface="Cardo" panose="02020600000000000000"/>
              </a:rPr>
              <a:t>has successfully </a:t>
            </a:r>
            <a:r>
              <a:rPr lang="en-US" sz="1705" b="1">
                <a:solidFill>
                  <a:srgbClr val="0D1E4A"/>
                </a:solidFill>
                <a:latin typeface="Cardo Bold" panose="02020804080000020003"/>
                <a:ea typeface="Cardo Bold" panose="02020804080000020003"/>
                <a:cs typeface="Cardo Bold" panose="02020804080000020003"/>
                <a:sym typeface="Cardo Bold" panose="02020804080000020003"/>
              </a:rPr>
              <a:t>{{</a:t>
            </a:r>
            <a:r>
              <a:rPr lang="en-IN" altLang="en-US" sz="1705" b="1">
                <a:solidFill>
                  <a:srgbClr val="0D1E4A"/>
                </a:solidFill>
                <a:latin typeface="Cardo Bold" panose="02020804080000020003"/>
                <a:ea typeface="Cardo Bold" panose="02020804080000020003"/>
                <a:cs typeface="Cardo Bold" panose="02020804080000020003"/>
                <a:sym typeface="Cardo Bold" panose="02020804080000020003"/>
              </a:rPr>
              <a:t>CERTIFICATE TYPE</a:t>
            </a:r>
            <a:r>
              <a:rPr lang="en-US" sz="1705" b="1">
                <a:solidFill>
                  <a:srgbClr val="0D1E4A"/>
                </a:solidFill>
                <a:latin typeface="Cardo Bold" panose="02020804080000020003"/>
                <a:ea typeface="Cardo Bold" panose="02020804080000020003"/>
                <a:cs typeface="Cardo Bold" panose="02020804080000020003"/>
                <a:sym typeface="Cardo Bold" panose="02020804080000020003"/>
              </a:rPr>
              <a:t>}}</a:t>
            </a:r>
            <a:r>
              <a:rPr lang="en-US" sz="1705">
                <a:solidFill>
                  <a:srgbClr val="0D1E4A"/>
                </a:solidFill>
                <a:latin typeface="Cardo" panose="02020600000000000000"/>
                <a:ea typeface="Cardo" panose="02020600000000000000"/>
                <a:cs typeface="Cardo" panose="02020600000000000000"/>
                <a:sym typeface="Cardo" panose="02020600000000000000"/>
              </a:rPr>
              <a:t> in the </a:t>
            </a:r>
            <a:r>
              <a:rPr lang="en-US" sz="1705" b="1">
                <a:solidFill>
                  <a:srgbClr val="0D1E4A"/>
                </a:solidFill>
                <a:latin typeface="Cardo Bold" panose="02020804080000020003"/>
                <a:ea typeface="Cardo Bold" panose="02020804080000020003"/>
                <a:cs typeface="Cardo Bold" panose="02020804080000020003"/>
                <a:sym typeface="Cardo Bold" panose="02020804080000020003"/>
              </a:rPr>
              <a:t>{{EVENT NAME}}</a:t>
            </a:r>
            <a:r>
              <a:rPr lang="en-US" sz="1705">
                <a:solidFill>
                  <a:srgbClr val="0D1E4A"/>
                </a:solidFill>
                <a:latin typeface="Cardo" panose="02020600000000000000"/>
                <a:ea typeface="Cardo" panose="02020600000000000000"/>
                <a:cs typeface="Cardo" panose="02020600000000000000"/>
                <a:sym typeface="Cardo" panose="02020600000000000000"/>
              </a:rPr>
              <a:t> organized by </a:t>
            </a:r>
            <a:r>
              <a:rPr lang="en-US" sz="1705" b="1">
                <a:solidFill>
                  <a:srgbClr val="0D1E4A"/>
                </a:solidFill>
                <a:latin typeface="Cardo Bold" panose="02020804080000020003"/>
                <a:ea typeface="Cardo Bold" panose="02020804080000020003"/>
                <a:cs typeface="Cardo Bold" panose="02020804080000020003"/>
                <a:sym typeface="Cardo Bold" panose="02020804080000020003"/>
              </a:rPr>
              <a:t>Trinity College of Engineering and Technology, Peddapalli,</a:t>
            </a:r>
            <a:r>
              <a:rPr lang="en-US" sz="1705">
                <a:solidFill>
                  <a:srgbClr val="0D1E4A"/>
                </a:solidFill>
                <a:latin typeface="Cardo" panose="02020600000000000000"/>
                <a:ea typeface="Cardo" panose="02020600000000000000"/>
                <a:cs typeface="Cardo" panose="02020600000000000000"/>
                <a:sym typeface="Cardo" panose="02020600000000000000"/>
              </a:rPr>
              <a:t> held on </a:t>
            </a:r>
            <a:r>
              <a:rPr lang="en-US" sz="1705" b="1">
                <a:solidFill>
                  <a:srgbClr val="0D1E4A"/>
                </a:solidFill>
                <a:latin typeface="Cardo Bold" panose="02020804080000020003"/>
                <a:ea typeface="Cardo Bold" panose="02020804080000020003"/>
                <a:cs typeface="Cardo Bold" panose="02020804080000020003"/>
                <a:sym typeface="Cardo Bold" panose="02020804080000020003"/>
              </a:rPr>
              <a:t>{{DATE}}.</a:t>
            </a:r>
            <a:endParaRPr lang="en-US" sz="1705" b="1">
              <a:solidFill>
                <a:srgbClr val="0D1E4A"/>
              </a:solidFill>
              <a:latin typeface="Cardo Bold" panose="02020804080000020003"/>
              <a:ea typeface="Cardo Bold" panose="02020804080000020003"/>
              <a:cs typeface="Cardo Bold" panose="02020804080000020003"/>
              <a:sym typeface="Cardo Bold" panose="02020804080000020003"/>
            </a:endParaRPr>
          </a:p>
          <a:p>
            <a:pPr algn="ctr">
              <a:lnSpc>
                <a:spcPts val="2385"/>
              </a:lnSpc>
            </a:pPr>
            <a:endParaRPr lang="en-US" sz="1705" b="1">
              <a:solidFill>
                <a:srgbClr val="0D1E4A"/>
              </a:solidFill>
              <a:latin typeface="Cardo Bold" panose="02020804080000020003"/>
              <a:ea typeface="Cardo Bold" panose="02020804080000020003"/>
              <a:cs typeface="Cardo Bold" panose="02020804080000020003"/>
              <a:sym typeface="Cardo Bold" panose="02020804080000020003"/>
            </a:endParaRPr>
          </a:p>
          <a:p>
            <a:pPr algn="ctr">
              <a:lnSpc>
                <a:spcPts val="2385"/>
              </a:lnSpc>
            </a:pPr>
            <a:r>
              <a:rPr lang="en-US" sz="1705">
                <a:solidFill>
                  <a:srgbClr val="0D1E4A"/>
                </a:solidFill>
                <a:latin typeface="Cardo" panose="02020600000000000000"/>
                <a:ea typeface="Cardo" panose="02020600000000000000"/>
                <a:cs typeface="Cardo" panose="02020600000000000000"/>
                <a:sym typeface="Cardo" panose="02020600000000000000"/>
              </a:rPr>
              <a:t>Their enthusiastic participation, innovative spirit, and interest in research and development are sincerely appreciated. We congratulate them on their involvement and wish them continued success in their future academic and professional endeavors.</a:t>
            </a:r>
            <a:endParaRPr lang="en-US" sz="1705">
              <a:solidFill>
                <a:srgbClr val="0D1E4A"/>
              </a:solidFill>
              <a:latin typeface="Cardo" panose="02020600000000000000"/>
              <a:ea typeface="Cardo" panose="02020600000000000000"/>
              <a:cs typeface="Cardo" panose="02020600000000000000"/>
              <a:sym typeface="Cardo" panose="02020600000000000000"/>
            </a:endParaRPr>
          </a:p>
          <a:p>
            <a:pPr algn="ctr">
              <a:lnSpc>
                <a:spcPts val="2385"/>
              </a:lnSpc>
            </a:pPr>
            <a:endParaRPr lang="en-US" sz="1705" b="1">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36" name="TextBox 36"/>
          <p:cNvSpPr txBox="1"/>
          <p:nvPr/>
        </p:nvSpPr>
        <p:spPr>
          <a:xfrm>
            <a:off x="4178122" y="7907989"/>
            <a:ext cx="5769788" cy="230751"/>
          </a:xfrm>
          <a:prstGeom prst="rect">
            <a:avLst/>
          </a:prstGeom>
        </p:spPr>
        <p:txBody>
          <a:bodyPr lIns="0" tIns="0" rIns="0" bIns="0" rtlCol="0" anchor="t">
            <a:spAutoFit/>
          </a:bodyPr>
          <a:lstStyle/>
          <a:p>
            <a:pPr algn="ctr">
              <a:lnSpc>
                <a:spcPts val="1980"/>
              </a:lnSpc>
            </a:pPr>
            <a:r>
              <a:rPr lang="en-US" sz="1415">
                <a:solidFill>
                  <a:srgbClr val="0D1E4A"/>
                </a:solidFill>
                <a:latin typeface="Cardo" panose="02020600000000000000"/>
                <a:ea typeface="Cardo" panose="02020600000000000000"/>
                <a:cs typeface="Cardo" panose="02020600000000000000"/>
                <a:sym typeface="Cardo" panose="02020600000000000000"/>
              </a:rPr>
              <a:t>We appreciate the innovative thinking, creativity and efforts demonstrated.</a:t>
            </a:r>
            <a:endParaRPr lang="en-US" sz="1415">
              <a:solidFill>
                <a:srgbClr val="0D1E4A"/>
              </a:solidFill>
              <a:latin typeface="Cardo" panose="02020600000000000000"/>
              <a:ea typeface="Cardo" panose="02020600000000000000"/>
              <a:cs typeface="Cardo" panose="02020600000000000000"/>
              <a:sym typeface="Cardo" panose="02020600000000000000"/>
            </a:endParaRPr>
          </a:p>
        </p:txBody>
      </p:sp>
      <p:sp>
        <p:nvSpPr>
          <p:cNvPr id="37" name="TextBox 37"/>
          <p:cNvSpPr txBox="1"/>
          <p:nvPr/>
        </p:nvSpPr>
        <p:spPr>
          <a:xfrm>
            <a:off x="5386083" y="8191538"/>
            <a:ext cx="3282810" cy="205777"/>
          </a:xfrm>
          <a:prstGeom prst="rect">
            <a:avLst/>
          </a:prstGeom>
        </p:spPr>
        <p:txBody>
          <a:bodyPr lIns="0" tIns="0" rIns="0" bIns="0" rtlCol="0" anchor="t">
            <a:spAutoFit/>
          </a:bodyPr>
          <a:lstStyle/>
          <a:p>
            <a:pPr algn="ctr">
              <a:lnSpc>
                <a:spcPts val="1780"/>
              </a:lnSpc>
            </a:pPr>
            <a:r>
              <a:rPr lang="en-US" sz="1275" b="1">
                <a:solidFill>
                  <a:srgbClr val="B20000"/>
                </a:solidFill>
                <a:latin typeface="Cardo Bold" panose="02020804080000020003"/>
                <a:ea typeface="Cardo Bold" panose="02020804080000020003"/>
                <a:cs typeface="Cardo Bold" panose="02020804080000020003"/>
                <a:sym typeface="Cardo Bold" panose="02020804080000020003"/>
              </a:rPr>
              <a:t>IDEAS TODAY, IMPACT TOMORROW.</a:t>
            </a:r>
            <a:endParaRPr lang="en-US" sz="1275" b="1">
              <a:solidFill>
                <a:srgbClr val="B20000"/>
              </a:solidFill>
              <a:latin typeface="Cardo Bold" panose="02020804080000020003"/>
              <a:ea typeface="Cardo Bold" panose="02020804080000020003"/>
              <a:cs typeface="Cardo Bold" panose="02020804080000020003"/>
              <a:sym typeface="Cardo Bold" panose="02020804080000020003"/>
            </a:endParaRPr>
          </a:p>
        </p:txBody>
      </p:sp>
      <p:sp>
        <p:nvSpPr>
          <p:cNvPr id="38" name="TextBox 38"/>
          <p:cNvSpPr txBox="1"/>
          <p:nvPr/>
        </p:nvSpPr>
        <p:spPr>
          <a:xfrm>
            <a:off x="4041775" y="9217660"/>
            <a:ext cx="1815465" cy="164465"/>
          </a:xfrm>
          <a:prstGeom prst="rect">
            <a:avLst/>
          </a:prstGeom>
        </p:spPr>
        <p:txBody>
          <a:bodyPr wrap="square" lIns="0" tIns="0" rIns="0" bIns="0" rtlCol="0" anchor="t">
            <a:spAutoFit/>
          </a:bodyPr>
          <a:lstStyle/>
          <a:p>
            <a:pPr algn="ctr">
              <a:lnSpc>
                <a:spcPts val="1285"/>
              </a:lnSpc>
            </a:pPr>
            <a:r>
              <a:rPr lang="en-US" sz="920" b="1">
                <a:solidFill>
                  <a:srgbClr val="0D1E4A"/>
                </a:solidFill>
                <a:latin typeface="Cardo Bold" panose="02020804080000020003"/>
                <a:ea typeface="Cardo Bold" panose="02020804080000020003"/>
                <a:cs typeface="Cardo Bold" panose="02020804080000020003"/>
                <a:sym typeface="Cardo Bold" panose="02020804080000020003"/>
              </a:rPr>
              <a:t>R&amp;D CHEF CO ORDINATOR</a:t>
            </a:r>
            <a:endParaRPr lang="en-US" sz="920" b="1">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39" name="TextBox 39"/>
          <p:cNvSpPr txBox="1"/>
          <p:nvPr/>
        </p:nvSpPr>
        <p:spPr>
          <a:xfrm>
            <a:off x="9294190" y="9204235"/>
            <a:ext cx="738988" cy="165356"/>
          </a:xfrm>
          <a:prstGeom prst="rect">
            <a:avLst/>
          </a:prstGeom>
        </p:spPr>
        <p:txBody>
          <a:bodyPr lIns="0" tIns="0" rIns="0" bIns="0" rtlCol="0" anchor="t">
            <a:spAutoFit/>
          </a:bodyPr>
          <a:lstStyle/>
          <a:p>
            <a:pPr algn="ctr">
              <a:lnSpc>
                <a:spcPts val="1385"/>
              </a:lnSpc>
            </a:pPr>
            <a:r>
              <a:rPr lang="en-US" sz="990" b="1">
                <a:solidFill>
                  <a:srgbClr val="0D1E4A"/>
                </a:solidFill>
                <a:latin typeface="Cardo Bold" panose="02020804080000020003"/>
                <a:ea typeface="Cardo Bold" panose="02020804080000020003"/>
                <a:cs typeface="Cardo Bold" panose="02020804080000020003"/>
                <a:sym typeface="Cardo Bold" panose="02020804080000020003"/>
              </a:rPr>
              <a:t>PRINCIPAL</a:t>
            </a:r>
            <a:endParaRPr lang="en-US" sz="990" b="1">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40" name="TextBox 40"/>
          <p:cNvSpPr txBox="1"/>
          <p:nvPr/>
        </p:nvSpPr>
        <p:spPr>
          <a:xfrm>
            <a:off x="4232910" y="4877435"/>
            <a:ext cx="5744210" cy="622935"/>
          </a:xfrm>
          <a:prstGeom prst="rect">
            <a:avLst/>
          </a:prstGeom>
        </p:spPr>
        <p:txBody>
          <a:bodyPr wrap="square" lIns="0" tIns="0" rIns="0" bIns="0" rtlCol="0" anchor="t">
            <a:spAutoFit/>
          </a:bodyPr>
          <a:lstStyle/>
          <a:p>
            <a:pPr algn="ctr">
              <a:lnSpc>
                <a:spcPts val="4860"/>
              </a:lnSpc>
              <a:spcBef>
                <a:spcPct val="0"/>
              </a:spcBef>
            </a:pPr>
            <a:r>
              <a:rPr lang="en-US" sz="3200" b="1">
                <a:solidFill>
                  <a:srgbClr val="000000"/>
                </a:solidFill>
                <a:latin typeface="Cardo Bold" panose="02020804080000020003"/>
                <a:ea typeface="Cardo Bold" panose="02020804080000020003"/>
                <a:cs typeface="Cardo Bold" panose="02020804080000020003"/>
                <a:sym typeface="Cardo Bold" panose="02020804080000020003"/>
              </a:rPr>
              <a:t>{{PARTICIPANT NAME}} </a:t>
            </a:r>
            <a:endParaRPr lang="en-US" sz="3200" b="1">
              <a:solidFill>
                <a:srgbClr val="000000"/>
              </a:solidFill>
              <a:latin typeface="Cardo Bold" panose="02020804080000020003"/>
              <a:ea typeface="Cardo Bold" panose="02020804080000020003"/>
              <a:cs typeface="Cardo Bold" panose="02020804080000020003"/>
              <a:sym typeface="Cardo Bold" panose="02020804080000020003"/>
            </a:endParaRPr>
          </a:p>
        </p:txBody>
      </p:sp>
      <p:pic>
        <p:nvPicPr>
          <p:cNvPr id="35" name="Picture 34"/>
          <p:cNvPicPr>
            <a:picLocks noChangeAspect="1"/>
          </p:cNvPicPr>
          <p:nvPr/>
        </p:nvPicPr>
        <p:blipFill>
          <a:blip r:embed="rId22"/>
          <a:stretch>
            <a:fillRect/>
          </a:stretch>
        </p:blipFill>
        <p:spPr>
          <a:xfrm>
            <a:off x="2689860" y="749935"/>
            <a:ext cx="1141730" cy="1077595"/>
          </a:xfrm>
          <a:prstGeom prst="rect">
            <a:avLst/>
          </a:prstGeom>
        </p:spPr>
      </p:pic>
      <p:sp>
        <p:nvSpPr>
          <p:cNvPr id="41" name="Text Box 40"/>
          <p:cNvSpPr txBox="1"/>
          <p:nvPr/>
        </p:nvSpPr>
        <p:spPr>
          <a:xfrm>
            <a:off x="3829050" y="9561195"/>
            <a:ext cx="7112000" cy="275590"/>
          </a:xfrm>
          <a:prstGeom prst="rect">
            <a:avLst/>
          </a:prstGeom>
          <a:noFill/>
        </p:spPr>
        <p:txBody>
          <a:bodyPr wrap="square" rtlCol="0" anchor="t">
            <a:spAutoFit/>
          </a:bodyPr>
          <a:p>
            <a:pPr algn="ctr"/>
            <a:r>
              <a:rPr lang="en-US" sz="1200" b="1">
                <a:solidFill>
                  <a:srgbClr val="C00000"/>
                </a:solidFill>
                <a:latin typeface="Cardo Bold" panose="02020804080000020003"/>
                <a:ea typeface="Cardo Bold" panose="02020804080000020003"/>
                <a:cs typeface="Cardo Bold" panose="02020804080000020003"/>
                <a:sym typeface="Cardo Bold" panose="02020804080000020003"/>
              </a:rPr>
              <a:t>Certificate ID : TCEK/RD/2026/0001</a:t>
            </a:r>
            <a:endParaRPr lang="en-US" sz="1200" b="1">
              <a:solidFill>
                <a:srgbClr val="C00000"/>
              </a:solidFill>
              <a:latin typeface="Cardo Bold" panose="02020804080000020003"/>
              <a:ea typeface="Cardo Bold" panose="02020804080000020003"/>
              <a:cs typeface="Cardo Bold" panose="02020804080000020003"/>
              <a:sym typeface="Cardo Bold" panose="02020804080000020003"/>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836</Words>
  <Application>WPS Presentation</Application>
  <PresentationFormat>On-screen Show (4:3)</PresentationFormat>
  <Paragraphs>37</Paragraphs>
  <Slides>1</Slides>
  <Notes>0</Notes>
  <HiddenSlides>0</HiddenSlides>
  <MMClips>0</MMClips>
  <ScaleCrop>false</ScaleCrop>
  <HeadingPairs>
    <vt:vector size="6" baseType="variant">
      <vt:variant>
        <vt:lpstr>已用的字体</vt:lpstr>
      </vt:variant>
      <vt:variant>
        <vt:i4>9</vt:i4>
      </vt:variant>
      <vt:variant>
        <vt:lpstr>主题</vt:lpstr>
      </vt:variant>
      <vt:variant>
        <vt:i4>1</vt:i4>
      </vt:variant>
      <vt:variant>
        <vt:lpstr>幻灯片标题</vt:lpstr>
      </vt:variant>
      <vt:variant>
        <vt:i4>1</vt:i4>
      </vt:variant>
    </vt:vector>
  </HeadingPairs>
  <TitlesOfParts>
    <vt:vector size="11" baseType="lpstr">
      <vt:lpstr>Arial</vt:lpstr>
      <vt:lpstr>SimSun</vt:lpstr>
      <vt:lpstr>Wingdings</vt:lpstr>
      <vt:lpstr>Cardo Bold</vt:lpstr>
      <vt:lpstr>Bebas Neue Bold</vt:lpstr>
      <vt:lpstr>Cardo</vt:lpstr>
      <vt:lpstr>Microsoft YaHei</vt:lpstr>
      <vt:lpstr>Arial Unicode MS</vt:lpstr>
      <vt:lpstr>Calibri</vt:lpstr>
      <vt:lpstr>Office Theme</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omerit cer</dc:title>
  <dc:creator/>
  <cp:lastModifiedBy>Saicharan Bhuthkuri</cp:lastModifiedBy>
  <cp:revision>9</cp:revision>
  <dcterms:created xsi:type="dcterms:W3CDTF">2006-08-16T00:00:00Z</dcterms:created>
  <dcterms:modified xsi:type="dcterms:W3CDTF">2026-08-12T14:20:03Z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7A2B20BD1A2848BA954EFECF13B735F6_12</vt:lpwstr>
  </property>
  <property fmtid="{D5CDD505-2E9C-101B-9397-08002B2CF9AE}" pid="3" name="KSOProductBuildVer">
    <vt:lpwstr>1033-12.1.0.28032</vt:lpwstr>
  </property>
</Properties>
</file>