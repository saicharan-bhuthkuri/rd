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4211300" cy="10033000"/>
  <p:notesSz cx="6858000" cy="9144000"/>
  <p:embeddedFontLst>
    <p:embeddedFont>
      <p:font typeface="Cardo Bold" panose="02020804080000020003"/>
      <p:bold r:id="rId7"/>
    </p:embeddedFont>
    <p:embeddedFont>
      <p:font typeface="Bebas Neue Bold" panose="020B0606020202050201"/>
      <p:bold r:id="rId8"/>
    </p:embeddedFont>
    <p:embeddedFont>
      <p:font typeface="Cardo" panose="02020600000000000000"/>
      <p:regular r:id="rId9"/>
      <p:bold r:id="rId10"/>
      <p:italic r:id="rId11"/>
    </p:embeddedFont>
    <p:embeddedFont>
      <p:font typeface="Calibri" panose="020F0502020204030204" charset="0"/>
      <p:regular r:id="rId12"/>
      <p:bold r:id="rId13"/>
      <p:italic r:id="rId14"/>
      <p:boldItalic r:id="rId15"/>
    </p:embeddedFont>
    <p:embeddedFont>
      <p:font typeface="Cardo" panose="02020600000000000000" charset="0"/>
      <p:regular r:id="rId16"/>
      <p:bold r:id="rId17"/>
      <p: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font" Target="fonts/font12.fntdata"/><Relationship Id="rId17" Type="http://schemas.openxmlformats.org/officeDocument/2006/relationships/font" Target="fonts/font11.fntdata"/><Relationship Id="rId16" Type="http://schemas.openxmlformats.org/officeDocument/2006/relationships/font" Target="fonts/font10.fntdata"/><Relationship Id="rId15" Type="http://schemas.openxmlformats.org/officeDocument/2006/relationships/font" Target="fonts/font9.fntdata"/><Relationship Id="rId14" Type="http://schemas.openxmlformats.org/officeDocument/2006/relationships/font" Target="fonts/font8.fntdata"/><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3" Type="http://schemas.openxmlformats.org/officeDocument/2006/relationships/slideLayout" Target="../slideLayouts/slideLayout7.xml"/><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jpe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211300" cy="10039350"/>
          </a:xfrm>
          <a:custGeom>
            <a:avLst/>
            <a:gdLst/>
            <a:ahLst/>
            <a:cxnLst/>
            <a:rect l="l" t="t" r="r" b="b"/>
            <a:pathLst>
              <a:path w="14211300" h="10039350">
                <a:moveTo>
                  <a:pt x="0" y="0"/>
                </a:moveTo>
                <a:lnTo>
                  <a:pt x="14211300" y="0"/>
                </a:lnTo>
                <a:lnTo>
                  <a:pt x="14211300" y="10039350"/>
                </a:lnTo>
                <a:lnTo>
                  <a:pt x="0" y="10039350"/>
                </a:lnTo>
                <a:lnTo>
                  <a:pt x="0" y="0"/>
                </a:lnTo>
                <a:close/>
              </a:path>
            </a:pathLst>
          </a:custGeom>
          <a:blipFill>
            <a:blip r:embed="rId1"/>
            <a:stretch>
              <a:fillRect/>
            </a:stretch>
          </a:blipFill>
        </p:spPr>
      </p:sp>
      <p:sp>
        <p:nvSpPr>
          <p:cNvPr id="3" name="Freeform 3"/>
          <p:cNvSpPr/>
          <p:nvPr/>
        </p:nvSpPr>
        <p:spPr>
          <a:xfrm>
            <a:off x="479107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2"/>
            <a:stretch>
              <a:fillRect/>
            </a:stretch>
          </a:blipFill>
        </p:spPr>
      </p:sp>
      <p:sp>
        <p:nvSpPr>
          <p:cNvPr id="4" name="Freeform 4"/>
          <p:cNvSpPr/>
          <p:nvPr/>
        </p:nvSpPr>
        <p:spPr>
          <a:xfrm>
            <a:off x="5857875" y="1924050"/>
            <a:ext cx="2314575" cy="400050"/>
          </a:xfrm>
          <a:custGeom>
            <a:avLst/>
            <a:gdLst/>
            <a:ahLst/>
            <a:cxnLst/>
            <a:rect l="l" t="t" r="r" b="b"/>
            <a:pathLst>
              <a:path w="2314575" h="400050">
                <a:moveTo>
                  <a:pt x="0" y="0"/>
                </a:moveTo>
                <a:lnTo>
                  <a:pt x="2314575" y="0"/>
                </a:lnTo>
                <a:lnTo>
                  <a:pt x="2314575" y="400050"/>
                </a:lnTo>
                <a:lnTo>
                  <a:pt x="0" y="400050"/>
                </a:lnTo>
                <a:lnTo>
                  <a:pt x="0" y="0"/>
                </a:lnTo>
                <a:close/>
              </a:path>
            </a:pathLst>
          </a:custGeom>
          <a:blipFill>
            <a:blip r:embed="rId3"/>
            <a:stretch>
              <a:fillRect/>
            </a:stretch>
          </a:blipFill>
        </p:spPr>
      </p:sp>
      <p:sp>
        <p:nvSpPr>
          <p:cNvPr id="5" name="Freeform 5"/>
          <p:cNvSpPr/>
          <p:nvPr/>
        </p:nvSpPr>
        <p:spPr>
          <a:xfrm>
            <a:off x="816292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4"/>
            <a:stretch>
              <a:fillRect/>
            </a:stretch>
          </a:blipFill>
        </p:spPr>
      </p:sp>
      <p:sp>
        <p:nvSpPr>
          <p:cNvPr id="6" name="Freeform 6"/>
          <p:cNvSpPr/>
          <p:nvPr/>
        </p:nvSpPr>
        <p:spPr>
          <a:xfrm>
            <a:off x="47910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5"/>
            <a:stretch>
              <a:fillRect/>
            </a:stretch>
          </a:blipFill>
        </p:spPr>
      </p:sp>
      <p:sp>
        <p:nvSpPr>
          <p:cNvPr id="7" name="TextBox 7"/>
          <p:cNvSpPr txBox="1"/>
          <p:nvPr/>
        </p:nvSpPr>
        <p:spPr>
          <a:xfrm>
            <a:off x="5741365" y="2999785"/>
            <a:ext cx="838467"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8" name="Freeform 8"/>
          <p:cNvSpPr/>
          <p:nvPr/>
        </p:nvSpPr>
        <p:spPr>
          <a:xfrm>
            <a:off x="6572250" y="2895600"/>
            <a:ext cx="180975" cy="390525"/>
          </a:xfrm>
          <a:custGeom>
            <a:avLst/>
            <a:gdLst/>
            <a:ahLst/>
            <a:cxnLst/>
            <a:rect l="l" t="t" r="r" b="b"/>
            <a:pathLst>
              <a:path w="180975" h="390525">
                <a:moveTo>
                  <a:pt x="0" y="0"/>
                </a:moveTo>
                <a:lnTo>
                  <a:pt x="180975" y="0"/>
                </a:lnTo>
                <a:lnTo>
                  <a:pt x="180975" y="390525"/>
                </a:lnTo>
                <a:lnTo>
                  <a:pt x="0" y="390525"/>
                </a:lnTo>
                <a:lnTo>
                  <a:pt x="0" y="0"/>
                </a:lnTo>
                <a:close/>
              </a:path>
            </a:pathLst>
          </a:custGeom>
          <a:blipFill>
            <a:blip r:embed="rId6"/>
            <a:stretch>
              <a:fillRect/>
            </a:stretch>
          </a:blipFill>
        </p:spPr>
      </p:sp>
      <p:sp>
        <p:nvSpPr>
          <p:cNvPr id="9" name="Freeform 9"/>
          <p:cNvSpPr/>
          <p:nvPr/>
        </p:nvSpPr>
        <p:spPr>
          <a:xfrm>
            <a:off x="7629525" y="2895600"/>
            <a:ext cx="371475" cy="390525"/>
          </a:xfrm>
          <a:custGeom>
            <a:avLst/>
            <a:gdLst/>
            <a:ahLst/>
            <a:cxnLst/>
            <a:rect l="l" t="t" r="r" b="b"/>
            <a:pathLst>
              <a:path w="371475" h="390525">
                <a:moveTo>
                  <a:pt x="0" y="0"/>
                </a:moveTo>
                <a:lnTo>
                  <a:pt x="371475" y="0"/>
                </a:lnTo>
                <a:lnTo>
                  <a:pt x="371475" y="390525"/>
                </a:lnTo>
                <a:lnTo>
                  <a:pt x="0" y="390525"/>
                </a:lnTo>
                <a:lnTo>
                  <a:pt x="0" y="0"/>
                </a:lnTo>
                <a:close/>
              </a:path>
            </a:pathLst>
          </a:custGeom>
          <a:blipFill>
            <a:blip r:embed="rId7"/>
            <a:stretch>
              <a:fillRect/>
            </a:stretch>
          </a:blipFill>
        </p:spPr>
      </p:sp>
      <p:sp>
        <p:nvSpPr>
          <p:cNvPr id="10" name="Freeform 10"/>
          <p:cNvSpPr/>
          <p:nvPr/>
        </p:nvSpPr>
        <p:spPr>
          <a:xfrm>
            <a:off x="85248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8"/>
            <a:stretch>
              <a:fillRect/>
            </a:stretch>
          </a:blipFill>
        </p:spPr>
      </p:sp>
      <p:sp>
        <p:nvSpPr>
          <p:cNvPr id="11" name="TextBox 11"/>
          <p:cNvSpPr txBox="1"/>
          <p:nvPr/>
        </p:nvSpPr>
        <p:spPr>
          <a:xfrm>
            <a:off x="3424923" y="3138916"/>
            <a:ext cx="7517778" cy="1077144"/>
          </a:xfrm>
          <a:prstGeom prst="rect">
            <a:avLst/>
          </a:prstGeom>
        </p:spPr>
        <p:txBody>
          <a:bodyPr lIns="0" tIns="0" rIns="0" bIns="0" rtlCol="0" anchor="t">
            <a:spAutoFit/>
          </a:bodyPr>
          <a:lstStyle/>
          <a:p>
            <a:pPr algn="ctr">
              <a:lnSpc>
                <a:spcPts val="8880"/>
              </a:lnSpc>
            </a:pPr>
            <a:r>
              <a:rPr lang="en-US" sz="6340" b="1" spc="951">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6340" b="1" spc="95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12" name="Freeform 12"/>
          <p:cNvSpPr/>
          <p:nvPr/>
        </p:nvSpPr>
        <p:spPr>
          <a:xfrm>
            <a:off x="9900285" y="3467100"/>
            <a:ext cx="4086225" cy="4838700"/>
          </a:xfrm>
          <a:custGeom>
            <a:avLst/>
            <a:gdLst/>
            <a:ahLst/>
            <a:cxnLst/>
            <a:rect l="l" t="t" r="r" b="b"/>
            <a:pathLst>
              <a:path w="4086225" h="4838700">
                <a:moveTo>
                  <a:pt x="0" y="0"/>
                </a:moveTo>
                <a:lnTo>
                  <a:pt x="4086225" y="0"/>
                </a:lnTo>
                <a:lnTo>
                  <a:pt x="4086225" y="4838700"/>
                </a:lnTo>
                <a:lnTo>
                  <a:pt x="0" y="4838700"/>
                </a:lnTo>
                <a:lnTo>
                  <a:pt x="0" y="0"/>
                </a:lnTo>
                <a:close/>
              </a:path>
            </a:pathLst>
          </a:custGeom>
          <a:blipFill>
            <a:blip r:embed="rId9"/>
            <a:stretch>
              <a:fillRect/>
            </a:stretch>
          </a:blipFill>
        </p:spPr>
      </p:sp>
      <p:sp>
        <p:nvSpPr>
          <p:cNvPr id="13" name="Freeform 13"/>
          <p:cNvSpPr/>
          <p:nvPr/>
        </p:nvSpPr>
        <p:spPr>
          <a:xfrm>
            <a:off x="11123676" y="1748472"/>
            <a:ext cx="2210177" cy="1563409"/>
          </a:xfrm>
          <a:custGeom>
            <a:avLst/>
            <a:gdLst/>
            <a:ahLst/>
            <a:cxnLst/>
            <a:rect l="l" t="t" r="r" b="b"/>
            <a:pathLst>
              <a:path w="2210177" h="1563409">
                <a:moveTo>
                  <a:pt x="0" y="0"/>
                </a:moveTo>
                <a:lnTo>
                  <a:pt x="2210177" y="0"/>
                </a:lnTo>
                <a:lnTo>
                  <a:pt x="2210177" y="1563409"/>
                </a:lnTo>
                <a:lnTo>
                  <a:pt x="0" y="1563409"/>
                </a:lnTo>
                <a:lnTo>
                  <a:pt x="0" y="0"/>
                </a:lnTo>
                <a:close/>
              </a:path>
            </a:pathLst>
          </a:custGeom>
          <a:blipFill>
            <a:blip r:embed="rId10"/>
            <a:stretch>
              <a:fillRect/>
            </a:stretch>
          </a:blipFill>
        </p:spPr>
      </p:sp>
      <p:sp>
        <p:nvSpPr>
          <p:cNvPr id="14" name="Freeform 14"/>
          <p:cNvSpPr/>
          <p:nvPr/>
        </p:nvSpPr>
        <p:spPr>
          <a:xfrm>
            <a:off x="0" y="0"/>
            <a:ext cx="2133600" cy="2514600"/>
          </a:xfrm>
          <a:custGeom>
            <a:avLst/>
            <a:gdLst/>
            <a:ahLst/>
            <a:cxnLst/>
            <a:rect l="l" t="t" r="r" b="b"/>
            <a:pathLst>
              <a:path w="2133600" h="2514600">
                <a:moveTo>
                  <a:pt x="0" y="0"/>
                </a:moveTo>
                <a:lnTo>
                  <a:pt x="2133600" y="0"/>
                </a:lnTo>
                <a:lnTo>
                  <a:pt x="2133600" y="2514600"/>
                </a:lnTo>
                <a:lnTo>
                  <a:pt x="0" y="2514600"/>
                </a:lnTo>
                <a:lnTo>
                  <a:pt x="0" y="0"/>
                </a:lnTo>
                <a:close/>
              </a:path>
            </a:pathLst>
          </a:custGeom>
          <a:blipFill>
            <a:blip r:embed="rId11"/>
            <a:stretch>
              <a:fillRect/>
            </a:stretch>
          </a:blipFill>
        </p:spPr>
      </p:sp>
      <p:sp>
        <p:nvSpPr>
          <p:cNvPr id="15" name="Freeform 15"/>
          <p:cNvSpPr/>
          <p:nvPr/>
        </p:nvSpPr>
        <p:spPr>
          <a:xfrm>
            <a:off x="0" y="8486775"/>
            <a:ext cx="1781175" cy="1362075"/>
          </a:xfrm>
          <a:custGeom>
            <a:avLst/>
            <a:gdLst/>
            <a:ahLst/>
            <a:cxnLst/>
            <a:rect l="l" t="t" r="r" b="b"/>
            <a:pathLst>
              <a:path w="1781175" h="1362075">
                <a:moveTo>
                  <a:pt x="0" y="0"/>
                </a:moveTo>
                <a:lnTo>
                  <a:pt x="1781175" y="0"/>
                </a:lnTo>
                <a:lnTo>
                  <a:pt x="1781175" y="1362075"/>
                </a:lnTo>
                <a:lnTo>
                  <a:pt x="0" y="1362075"/>
                </a:lnTo>
                <a:lnTo>
                  <a:pt x="0" y="0"/>
                </a:lnTo>
                <a:close/>
              </a:path>
            </a:pathLst>
          </a:custGeom>
          <a:blipFill>
            <a:blip r:embed="rId12"/>
            <a:stretch>
              <a:fillRect/>
            </a:stretch>
          </a:blipFill>
        </p:spPr>
      </p:sp>
      <p:sp>
        <p:nvSpPr>
          <p:cNvPr id="16" name="Freeform 16"/>
          <p:cNvSpPr/>
          <p:nvPr/>
        </p:nvSpPr>
        <p:spPr>
          <a:xfrm>
            <a:off x="12430125" y="0"/>
            <a:ext cx="1609725" cy="1552575"/>
          </a:xfrm>
          <a:custGeom>
            <a:avLst/>
            <a:gdLst/>
            <a:ahLst/>
            <a:cxnLst/>
            <a:rect l="l" t="t" r="r" b="b"/>
            <a:pathLst>
              <a:path w="1609725" h="1552575">
                <a:moveTo>
                  <a:pt x="0" y="0"/>
                </a:moveTo>
                <a:lnTo>
                  <a:pt x="1609725" y="0"/>
                </a:lnTo>
                <a:lnTo>
                  <a:pt x="1609725" y="1552575"/>
                </a:lnTo>
                <a:lnTo>
                  <a:pt x="0" y="1552575"/>
                </a:lnTo>
                <a:lnTo>
                  <a:pt x="0" y="0"/>
                </a:lnTo>
                <a:close/>
              </a:path>
            </a:pathLst>
          </a:custGeom>
          <a:blipFill>
            <a:blip r:embed="rId13"/>
            <a:stretch>
              <a:fillRect/>
            </a:stretch>
          </a:blipFill>
        </p:spPr>
      </p:sp>
      <p:sp>
        <p:nvSpPr>
          <p:cNvPr id="17" name="Freeform 17"/>
          <p:cNvSpPr/>
          <p:nvPr/>
        </p:nvSpPr>
        <p:spPr>
          <a:xfrm>
            <a:off x="225116" y="3276600"/>
            <a:ext cx="2667000" cy="3095625"/>
          </a:xfrm>
          <a:custGeom>
            <a:avLst/>
            <a:gdLst/>
            <a:ahLst/>
            <a:cxnLst/>
            <a:rect l="l" t="t" r="r" b="b"/>
            <a:pathLst>
              <a:path w="2667000" h="3095625">
                <a:moveTo>
                  <a:pt x="0" y="0"/>
                </a:moveTo>
                <a:lnTo>
                  <a:pt x="2667000" y="0"/>
                </a:lnTo>
                <a:lnTo>
                  <a:pt x="2667000" y="3095625"/>
                </a:lnTo>
                <a:lnTo>
                  <a:pt x="0" y="3095625"/>
                </a:lnTo>
                <a:lnTo>
                  <a:pt x="0" y="0"/>
                </a:lnTo>
                <a:close/>
              </a:path>
            </a:pathLst>
          </a:custGeom>
          <a:blipFill>
            <a:blip r:embed="rId14"/>
            <a:stretch>
              <a:fillRect/>
            </a:stretch>
          </a:blipFill>
        </p:spPr>
      </p:sp>
      <p:sp>
        <p:nvSpPr>
          <p:cNvPr id="18" name="Freeform 18"/>
          <p:cNvSpPr/>
          <p:nvPr/>
        </p:nvSpPr>
        <p:spPr>
          <a:xfrm>
            <a:off x="3552825" y="5434368"/>
            <a:ext cx="6934200" cy="200025"/>
          </a:xfrm>
          <a:custGeom>
            <a:avLst/>
            <a:gdLst/>
            <a:ahLst/>
            <a:cxnLst/>
            <a:rect l="l" t="t" r="r" b="b"/>
            <a:pathLst>
              <a:path w="6934200" h="200025">
                <a:moveTo>
                  <a:pt x="0" y="0"/>
                </a:moveTo>
                <a:lnTo>
                  <a:pt x="6934200" y="0"/>
                </a:lnTo>
                <a:lnTo>
                  <a:pt x="6934200" y="200025"/>
                </a:lnTo>
                <a:lnTo>
                  <a:pt x="0" y="200025"/>
                </a:lnTo>
                <a:lnTo>
                  <a:pt x="0" y="0"/>
                </a:lnTo>
                <a:close/>
              </a:path>
            </a:pathLst>
          </a:custGeom>
          <a:blipFill>
            <a:blip r:embed="rId15"/>
            <a:stretch>
              <a:fillRect/>
            </a:stretch>
          </a:blipFill>
        </p:spPr>
      </p:sp>
      <p:sp>
        <p:nvSpPr>
          <p:cNvPr id="19" name="Freeform 19"/>
          <p:cNvSpPr/>
          <p:nvPr/>
        </p:nvSpPr>
        <p:spPr>
          <a:xfrm>
            <a:off x="5324475" y="7691514"/>
            <a:ext cx="3381375" cy="400050"/>
          </a:xfrm>
          <a:custGeom>
            <a:avLst/>
            <a:gdLst/>
            <a:ahLst/>
            <a:cxnLst/>
            <a:rect l="l" t="t" r="r" b="b"/>
            <a:pathLst>
              <a:path w="3381375" h="400050">
                <a:moveTo>
                  <a:pt x="0" y="0"/>
                </a:moveTo>
                <a:lnTo>
                  <a:pt x="3381375" y="0"/>
                </a:lnTo>
                <a:lnTo>
                  <a:pt x="3381375" y="400050"/>
                </a:lnTo>
                <a:lnTo>
                  <a:pt x="0" y="400050"/>
                </a:lnTo>
                <a:lnTo>
                  <a:pt x="0" y="0"/>
                </a:lnTo>
                <a:close/>
              </a:path>
            </a:pathLst>
          </a:custGeom>
          <a:blipFill>
            <a:blip r:embed="rId16"/>
            <a:stretch>
              <a:fillRect/>
            </a:stretch>
          </a:blipFill>
        </p:spPr>
      </p:sp>
      <p:sp>
        <p:nvSpPr>
          <p:cNvPr id="20" name="Freeform 20"/>
          <p:cNvSpPr/>
          <p:nvPr/>
        </p:nvSpPr>
        <p:spPr>
          <a:xfrm>
            <a:off x="1440621" y="646488"/>
            <a:ext cx="1069499" cy="1212099"/>
          </a:xfrm>
          <a:custGeom>
            <a:avLst/>
            <a:gdLst/>
            <a:ahLst/>
            <a:cxnLst/>
            <a:rect l="l" t="t" r="r" b="b"/>
            <a:pathLst>
              <a:path w="1069499" h="1212099">
                <a:moveTo>
                  <a:pt x="0" y="0"/>
                </a:moveTo>
                <a:lnTo>
                  <a:pt x="1069499" y="0"/>
                </a:lnTo>
                <a:lnTo>
                  <a:pt x="1069499" y="1212099"/>
                </a:lnTo>
                <a:lnTo>
                  <a:pt x="0" y="1212099"/>
                </a:lnTo>
                <a:lnTo>
                  <a:pt x="0" y="0"/>
                </a:lnTo>
                <a:close/>
              </a:path>
            </a:pathLst>
          </a:custGeom>
          <a:blipFill>
            <a:blip r:embed="rId17"/>
            <a:stretch>
              <a:fillRect/>
            </a:stretch>
          </a:blipFill>
        </p:spPr>
      </p:sp>
      <p:sp>
        <p:nvSpPr>
          <p:cNvPr id="22" name="Freeform 22"/>
          <p:cNvSpPr/>
          <p:nvPr/>
        </p:nvSpPr>
        <p:spPr>
          <a:xfrm>
            <a:off x="10695941" y="581297"/>
            <a:ext cx="1228175" cy="1228175"/>
          </a:xfrm>
          <a:custGeom>
            <a:avLst/>
            <a:gdLst/>
            <a:ahLst/>
            <a:cxnLst/>
            <a:rect l="l" t="t" r="r" b="b"/>
            <a:pathLst>
              <a:path w="1228175" h="1228175">
                <a:moveTo>
                  <a:pt x="0" y="0"/>
                </a:moveTo>
                <a:lnTo>
                  <a:pt x="1228175" y="0"/>
                </a:lnTo>
                <a:lnTo>
                  <a:pt x="1228175" y="1228175"/>
                </a:lnTo>
                <a:lnTo>
                  <a:pt x="0" y="1228175"/>
                </a:lnTo>
                <a:lnTo>
                  <a:pt x="0" y="0"/>
                </a:lnTo>
                <a:close/>
              </a:path>
            </a:pathLst>
          </a:custGeom>
          <a:blipFill>
            <a:blip r:embed="rId18"/>
            <a:stretch>
              <a:fillRect/>
            </a:stretch>
          </a:blipFill>
        </p:spPr>
      </p:sp>
      <p:sp>
        <p:nvSpPr>
          <p:cNvPr id="23" name="Freeform 23"/>
          <p:cNvSpPr/>
          <p:nvPr/>
        </p:nvSpPr>
        <p:spPr>
          <a:xfrm>
            <a:off x="11924116" y="759728"/>
            <a:ext cx="1012019" cy="985618"/>
          </a:xfrm>
          <a:custGeom>
            <a:avLst/>
            <a:gdLst/>
            <a:ahLst/>
            <a:cxnLst/>
            <a:rect l="l" t="t" r="r" b="b"/>
            <a:pathLst>
              <a:path w="1012019" h="985618">
                <a:moveTo>
                  <a:pt x="0" y="0"/>
                </a:moveTo>
                <a:lnTo>
                  <a:pt x="1012018" y="0"/>
                </a:lnTo>
                <a:lnTo>
                  <a:pt x="1012018" y="985619"/>
                </a:lnTo>
                <a:lnTo>
                  <a:pt x="0" y="985619"/>
                </a:lnTo>
                <a:lnTo>
                  <a:pt x="0" y="0"/>
                </a:lnTo>
                <a:close/>
              </a:path>
            </a:pathLst>
          </a:custGeom>
          <a:blipFill>
            <a:blip r:embed="rId19"/>
            <a:stretch>
              <a:fillRect/>
            </a:stretch>
          </a:blipFill>
        </p:spPr>
      </p:sp>
      <p:sp>
        <p:nvSpPr>
          <p:cNvPr id="24" name="Freeform 24"/>
          <p:cNvSpPr/>
          <p:nvPr/>
        </p:nvSpPr>
        <p:spPr>
          <a:xfrm>
            <a:off x="8922514" y="8622927"/>
            <a:ext cx="1679485" cy="1008741"/>
          </a:xfrm>
          <a:custGeom>
            <a:avLst/>
            <a:gdLst/>
            <a:ahLst/>
            <a:cxnLst/>
            <a:rect l="l" t="t" r="r" b="b"/>
            <a:pathLst>
              <a:path w="1679485" h="1008741">
                <a:moveTo>
                  <a:pt x="0" y="0"/>
                </a:moveTo>
                <a:lnTo>
                  <a:pt x="1679485" y="0"/>
                </a:lnTo>
                <a:lnTo>
                  <a:pt x="1679485" y="1008740"/>
                </a:lnTo>
                <a:lnTo>
                  <a:pt x="0" y="1008740"/>
                </a:lnTo>
                <a:lnTo>
                  <a:pt x="0" y="0"/>
                </a:lnTo>
                <a:close/>
              </a:path>
            </a:pathLst>
          </a:custGeom>
          <a:blipFill>
            <a:blip r:embed="rId20"/>
            <a:stretch>
              <a:fillRect/>
            </a:stretch>
          </a:blipFill>
        </p:spPr>
      </p:sp>
      <p:sp>
        <p:nvSpPr>
          <p:cNvPr id="25" name="Freeform 25"/>
          <p:cNvSpPr/>
          <p:nvPr/>
        </p:nvSpPr>
        <p:spPr>
          <a:xfrm>
            <a:off x="4196064" y="8552027"/>
            <a:ext cx="1432619" cy="1258804"/>
          </a:xfrm>
          <a:custGeom>
            <a:avLst/>
            <a:gdLst/>
            <a:ahLst/>
            <a:cxnLst/>
            <a:rect l="l" t="t" r="r" b="b"/>
            <a:pathLst>
              <a:path w="1432619" h="1258804">
                <a:moveTo>
                  <a:pt x="0" y="0"/>
                </a:moveTo>
                <a:lnTo>
                  <a:pt x="1432619" y="0"/>
                </a:lnTo>
                <a:lnTo>
                  <a:pt x="1432619" y="1258804"/>
                </a:lnTo>
                <a:lnTo>
                  <a:pt x="0" y="1258804"/>
                </a:lnTo>
                <a:lnTo>
                  <a:pt x="0" y="0"/>
                </a:lnTo>
                <a:close/>
              </a:path>
            </a:pathLst>
          </a:custGeom>
          <a:blipFill>
            <a:blip r:embed="rId21"/>
            <a:stretch>
              <a:fillRect/>
            </a:stretch>
          </a:blipFill>
        </p:spPr>
      </p:sp>
      <p:sp>
        <p:nvSpPr>
          <p:cNvPr id="26" name="TextBox 26"/>
          <p:cNvSpPr txBox="1"/>
          <p:nvPr/>
        </p:nvSpPr>
        <p:spPr>
          <a:xfrm>
            <a:off x="4661306" y="1166810"/>
            <a:ext cx="5002378" cy="480484"/>
          </a:xfrm>
          <a:prstGeom prst="rect">
            <a:avLst/>
          </a:prstGeom>
        </p:spPr>
        <p:txBody>
          <a:bodyPr lIns="0" tIns="0" rIns="0" bIns="0" rtlCol="0" anchor="t">
            <a:spAutoFit/>
          </a:bodyPr>
          <a:lstStyle/>
          <a:p>
            <a:pPr algn="ctr">
              <a:lnSpc>
                <a:spcPts val="3965"/>
              </a:lnSpc>
            </a:pPr>
            <a:r>
              <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27" name="TextBox 27"/>
          <p:cNvSpPr txBox="1"/>
          <p:nvPr/>
        </p:nvSpPr>
        <p:spPr>
          <a:xfrm>
            <a:off x="5670309" y="1607270"/>
            <a:ext cx="2927528" cy="280697"/>
          </a:xfrm>
          <a:prstGeom prst="rect">
            <a:avLst/>
          </a:prstGeom>
        </p:spPr>
        <p:txBody>
          <a:bodyPr lIns="0" tIns="0" rIns="0" bIns="0" rtlCol="0" anchor="t">
            <a:spAutoFit/>
          </a:bodyPr>
          <a:lstStyle/>
          <a:p>
            <a:pPr algn="ctr">
              <a:lnSpc>
                <a:spcPts val="2380"/>
              </a:lnSpc>
            </a:pPr>
            <a:r>
              <a:rPr lang="en-US" sz="170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70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28" name="TextBox 28"/>
          <p:cNvSpPr txBox="1"/>
          <p:nvPr/>
        </p:nvSpPr>
        <p:spPr>
          <a:xfrm>
            <a:off x="6380874" y="2000094"/>
            <a:ext cx="1364285" cy="248000"/>
          </a:xfrm>
          <a:prstGeom prst="rect">
            <a:avLst/>
          </a:prstGeom>
        </p:spPr>
        <p:txBody>
          <a:bodyPr lIns="0" tIns="0" rIns="0" bIns="0" rtlCol="0" anchor="t">
            <a:spAutoFit/>
          </a:bodyPr>
          <a:lstStyle/>
          <a:p>
            <a:pPr algn="ctr">
              <a:lnSpc>
                <a:spcPts val="2080"/>
              </a:lnSpc>
            </a:pPr>
            <a:r>
              <a:rPr lang="en-US" sz="148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48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29" name="TextBox 29"/>
          <p:cNvSpPr txBox="1"/>
          <p:nvPr/>
        </p:nvSpPr>
        <p:spPr>
          <a:xfrm>
            <a:off x="4234967" y="2352472"/>
            <a:ext cx="5741365" cy="543560"/>
          </a:xfrm>
          <a:prstGeom prst="rect">
            <a:avLst/>
          </a:prstGeom>
        </p:spPr>
        <p:txBody>
          <a:bodyPr lIns="0" tIns="0" rIns="0" bIns="0" rtlCol="0" anchor="t">
            <a:spAutoFit/>
          </a:bodyPr>
          <a:lstStyle/>
          <a:p>
            <a:pPr algn="ctr">
              <a:lnSpc>
                <a:spcPts val="2120"/>
              </a:lnSpc>
            </a:pP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Approved by </a:t>
            </a:r>
            <a:r>
              <a:rPr lang="en-US" altLang="en-US" sz="1415" b="1">
                <a:solidFill>
                  <a:srgbClr val="0D1E4A"/>
                </a:solidFill>
                <a:latin typeface="Cardo Bold" panose="02020804080000020003"/>
                <a:ea typeface="Cardo Bold" panose="02020804080000020003"/>
                <a:cs typeface="Cardo Bold" panose="02020804080000020003"/>
                <a:sym typeface="Cardo Bold" panose="02020804080000020003"/>
              </a:rPr>
              <a:t>AICTE</a:t>
            </a: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 Recognized by NAAC, Recognized under 2 (f) of UGC, Affiliate to JNTU, Hyderabad &amp; Affiliated to SBTET</a:t>
            </a:r>
            <a:endParaRPr lang="en-US" sz="141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0" name="TextBox 30"/>
          <p:cNvSpPr txBox="1"/>
          <p:nvPr/>
        </p:nvSpPr>
        <p:spPr>
          <a:xfrm>
            <a:off x="6892480" y="2982085"/>
            <a:ext cx="724776" cy="231651"/>
          </a:xfrm>
          <a:prstGeom prst="rect">
            <a:avLst/>
          </a:prstGeom>
        </p:spPr>
        <p:txBody>
          <a:bodyPr lIns="0" tIns="0" rIns="0" bIns="0" rtlCol="0" anchor="t">
            <a:spAutoFit/>
          </a:bodyPr>
          <a:lstStyle/>
          <a:p>
            <a:pPr algn="ctr">
              <a:lnSpc>
                <a:spcPts val="1930"/>
              </a:lnSpc>
            </a:pPr>
            <a:r>
              <a:rPr lang="en-US" sz="138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38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1" name="TextBox 31"/>
          <p:cNvSpPr txBox="1"/>
          <p:nvPr/>
        </p:nvSpPr>
        <p:spPr>
          <a:xfrm>
            <a:off x="8000962" y="2976423"/>
            <a:ext cx="412128" cy="233452"/>
          </a:xfrm>
          <a:prstGeom prst="rect">
            <a:avLst/>
          </a:prstGeom>
        </p:spPr>
        <p:txBody>
          <a:bodyPr lIns="0" tIns="0" rIns="0" bIns="0" rtlCol="0" anchor="t">
            <a:spAutoFit/>
          </a:bodyPr>
          <a:lstStyle/>
          <a:p>
            <a:pPr algn="ctr">
              <a:lnSpc>
                <a:spcPts val="1830"/>
              </a:lnSpc>
            </a:pPr>
            <a:r>
              <a:rPr lang="en-US" sz="1310"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131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5670309" y="398872"/>
            <a:ext cx="3353867" cy="796513"/>
          </a:xfrm>
          <a:prstGeom prst="rect">
            <a:avLst/>
          </a:prstGeom>
        </p:spPr>
        <p:txBody>
          <a:bodyPr lIns="0" tIns="0" rIns="0" bIns="0" rtlCol="0" anchor="t">
            <a:spAutoFit/>
          </a:bodyPr>
          <a:lstStyle/>
          <a:p>
            <a:pPr algn="ctr">
              <a:lnSpc>
                <a:spcPts val="6495"/>
              </a:lnSpc>
            </a:pPr>
            <a:r>
              <a:rPr lang="en-US" sz="4640" b="1" spc="696">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4640" b="1" spc="696">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33" name="TextBox 33"/>
          <p:cNvSpPr txBox="1"/>
          <p:nvPr/>
        </p:nvSpPr>
        <p:spPr>
          <a:xfrm>
            <a:off x="5769788" y="4280357"/>
            <a:ext cx="2501189" cy="348793"/>
          </a:xfrm>
          <a:prstGeom prst="rect">
            <a:avLst/>
          </a:prstGeom>
        </p:spPr>
        <p:txBody>
          <a:bodyPr lIns="0" tIns="0" rIns="0" bIns="0" rtlCol="0" anchor="t">
            <a:spAutoFit/>
          </a:bodyPr>
          <a:lstStyle/>
          <a:p>
            <a:pPr algn="ctr">
              <a:lnSpc>
                <a:spcPts val="2825"/>
              </a:lnSpc>
            </a:pPr>
            <a:r>
              <a:rPr lang="en-US" sz="20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2015">
              <a:solidFill>
                <a:srgbClr val="0D1E4A"/>
              </a:solidFill>
              <a:latin typeface="Cardo" panose="02020600000000000000"/>
              <a:ea typeface="Cardo" panose="02020600000000000000"/>
              <a:cs typeface="Cardo" panose="02020600000000000000"/>
              <a:sym typeface="Cardo" panose="02020600000000000000"/>
            </a:endParaRPr>
          </a:p>
        </p:txBody>
      </p:sp>
      <p:sp>
        <p:nvSpPr>
          <p:cNvPr id="34" name="TextBox 34"/>
          <p:cNvSpPr txBox="1"/>
          <p:nvPr/>
        </p:nvSpPr>
        <p:spPr>
          <a:xfrm>
            <a:off x="2435225" y="5795645"/>
            <a:ext cx="9621520" cy="1796415"/>
          </a:xfrm>
          <a:prstGeom prst="rect">
            <a:avLst/>
          </a:prstGeom>
        </p:spPr>
        <p:txBody>
          <a:bodyPr lIns="0" tIns="0" rIns="0" bIns="0" rtlCol="0" anchor="t">
            <a:noAutofit/>
          </a:bodyPr>
          <a:lstStyle/>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has successfully </a:t>
            </a:r>
            <a:r>
              <a:rPr lang="en-US" sz="1705">
                <a:solidFill>
                  <a:srgbClr val="0D1E4A"/>
                </a:solidFill>
                <a:latin typeface="Cardo" panose="02020600000000000000" charset="0"/>
                <a:ea typeface="Cardo Bold" panose="02020804080000020003"/>
                <a:cs typeface="Cardo" panose="02020600000000000000" charset="0"/>
                <a:sym typeface="Cardo Bold" panose="02020804080000020003"/>
              </a:rPr>
              <a:t>{{</a:t>
            </a:r>
            <a:r>
              <a:rPr lang="en-IN" altLang="en-US" sz="1705">
                <a:solidFill>
                  <a:srgbClr val="0D1E4A"/>
                </a:solidFill>
                <a:latin typeface="Cardo" panose="02020600000000000000" charset="0"/>
                <a:ea typeface="Cardo Bold" panose="02020804080000020003"/>
                <a:cs typeface="Cardo" panose="02020600000000000000" charset="0"/>
                <a:sym typeface="Cardo Bold" panose="02020804080000020003"/>
              </a:rPr>
              <a:t>CERTIFICATE TYPE</a:t>
            </a:r>
            <a:r>
              <a:rPr lang="en-US" sz="1705">
                <a:solidFill>
                  <a:srgbClr val="0D1E4A"/>
                </a:solidFill>
                <a:latin typeface="Cardo" panose="02020600000000000000" charset="0"/>
                <a:ea typeface="Cardo Bold" panose="02020804080000020003"/>
                <a:cs typeface="Cardo" panose="02020600000000000000" charset="0"/>
                <a:sym typeface="Cardo Bold" panose="02020804080000020003"/>
              </a:rPr>
              <a:t>}}</a:t>
            </a:r>
            <a:r>
              <a:rPr lang="en-US" sz="1705">
                <a:solidFill>
                  <a:srgbClr val="0D1E4A"/>
                </a:solidFill>
                <a:latin typeface="Cardo" panose="02020600000000000000"/>
                <a:ea typeface="Cardo" panose="02020600000000000000"/>
                <a:cs typeface="Cardo" panose="02020600000000000000"/>
                <a:sym typeface="Cardo" panose="02020600000000000000"/>
              </a:rPr>
              <a:t> in the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{{EVENT NAME}}</a:t>
            </a:r>
            <a:r>
              <a:rPr lang="en-US" sz="1705">
                <a:solidFill>
                  <a:srgbClr val="0D1E4A"/>
                </a:solidFill>
                <a:latin typeface="Cardo" panose="02020600000000000000"/>
                <a:ea typeface="Cardo" panose="02020600000000000000"/>
                <a:cs typeface="Cardo" panose="02020600000000000000"/>
                <a:sym typeface="Cardo" panose="02020600000000000000"/>
              </a:rPr>
              <a:t> organized by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Trinity College of Engineering and Technology, Peddapalli,</a:t>
            </a:r>
            <a:r>
              <a:rPr lang="en-US" sz="1705">
                <a:solidFill>
                  <a:srgbClr val="0D1E4A"/>
                </a:solidFill>
                <a:latin typeface="Cardo" panose="02020600000000000000"/>
                <a:ea typeface="Cardo" panose="02020600000000000000"/>
                <a:cs typeface="Cardo" panose="02020600000000000000"/>
                <a:sym typeface="Cardo" panose="02020600000000000000"/>
              </a:rPr>
              <a:t> held on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{{DATE}}.</a:t>
            </a: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705">
              <a:solidFill>
                <a:srgbClr val="0D1E4A"/>
              </a:solidFill>
              <a:latin typeface="Cardo" panose="02020600000000000000"/>
              <a:ea typeface="Cardo" panose="02020600000000000000"/>
              <a:cs typeface="Cardo" panose="02020600000000000000"/>
              <a:sym typeface="Cardo" panose="02020600000000000000"/>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6" name="TextBox 36"/>
          <p:cNvSpPr txBox="1"/>
          <p:nvPr/>
        </p:nvSpPr>
        <p:spPr>
          <a:xfrm>
            <a:off x="4178122" y="7907989"/>
            <a:ext cx="5769788" cy="230751"/>
          </a:xfrm>
          <a:prstGeom prst="rect">
            <a:avLst/>
          </a:prstGeom>
        </p:spPr>
        <p:txBody>
          <a:bodyPr lIns="0" tIns="0" rIns="0" bIns="0" rtlCol="0" anchor="t">
            <a:spAutoFit/>
          </a:bodyPr>
          <a:lstStyle/>
          <a:p>
            <a:pPr algn="ctr">
              <a:lnSpc>
                <a:spcPts val="1980"/>
              </a:lnSpc>
            </a:pPr>
            <a:r>
              <a:rPr lang="en-US" sz="141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415">
              <a:solidFill>
                <a:srgbClr val="0D1E4A"/>
              </a:solidFill>
              <a:latin typeface="Cardo" panose="02020600000000000000"/>
              <a:ea typeface="Cardo" panose="02020600000000000000"/>
              <a:cs typeface="Cardo" panose="02020600000000000000"/>
              <a:sym typeface="Cardo" panose="02020600000000000000"/>
            </a:endParaRPr>
          </a:p>
        </p:txBody>
      </p:sp>
      <p:sp>
        <p:nvSpPr>
          <p:cNvPr id="37" name="TextBox 37"/>
          <p:cNvSpPr txBox="1"/>
          <p:nvPr/>
        </p:nvSpPr>
        <p:spPr>
          <a:xfrm>
            <a:off x="5386083" y="8191538"/>
            <a:ext cx="3282810"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8" name="TextBox 38"/>
          <p:cNvSpPr txBox="1"/>
          <p:nvPr/>
        </p:nvSpPr>
        <p:spPr>
          <a:xfrm>
            <a:off x="4041775" y="9217660"/>
            <a:ext cx="1815465" cy="164465"/>
          </a:xfrm>
          <a:prstGeom prst="rect">
            <a:avLst/>
          </a:prstGeom>
        </p:spPr>
        <p:txBody>
          <a:bodyPr wrap="square" lIns="0" tIns="0" rIns="0" bIns="0" rtlCol="0" anchor="t">
            <a:spAutoFit/>
          </a:bodyPr>
          <a:lstStyle/>
          <a:p>
            <a:pPr algn="ctr">
              <a:lnSpc>
                <a:spcPts val="1285"/>
              </a:lnSpc>
            </a:pPr>
            <a:r>
              <a:rPr lang="en-US" sz="920" b="1">
                <a:solidFill>
                  <a:srgbClr val="0D1E4A"/>
                </a:solidFill>
                <a:latin typeface="Cardo Bold" panose="02020804080000020003"/>
                <a:ea typeface="Cardo Bold" panose="02020804080000020003"/>
                <a:cs typeface="Cardo Bold" panose="02020804080000020003"/>
                <a:sym typeface="Cardo Bold" panose="02020804080000020003"/>
              </a:rPr>
              <a:t>R&amp;D CHEF CO ORDINATOR</a:t>
            </a:r>
            <a:endParaRPr lang="en-US" sz="92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9294190" y="9204235"/>
            <a:ext cx="738988" cy="165356"/>
          </a:xfrm>
          <a:prstGeom prst="rect">
            <a:avLst/>
          </a:prstGeom>
        </p:spPr>
        <p:txBody>
          <a:bodyPr lIns="0" tIns="0" rIns="0" bIns="0" rtlCol="0" anchor="t">
            <a:spAutoFit/>
          </a:bodyPr>
          <a:lstStyle/>
          <a:p>
            <a:pPr algn="ctr">
              <a:lnSpc>
                <a:spcPts val="1385"/>
              </a:lnSpc>
            </a:pPr>
            <a:r>
              <a:rPr lang="en-US" sz="990"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9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4232910" y="4877435"/>
            <a:ext cx="5744210" cy="622935"/>
          </a:xfrm>
          <a:prstGeom prst="rect">
            <a:avLst/>
          </a:prstGeom>
        </p:spPr>
        <p:txBody>
          <a:bodyPr wrap="square" lIns="0" tIns="0" rIns="0" bIns="0" rtlCol="0" anchor="t">
            <a:spAutoFit/>
          </a:bodyPr>
          <a:lstStyle/>
          <a:p>
            <a:pPr algn="ctr">
              <a:lnSpc>
                <a:spcPts val="4860"/>
              </a:lnSpc>
              <a:spcBef>
                <a:spcPct val="0"/>
              </a:spcBef>
            </a:pPr>
            <a:r>
              <a:rPr lang="en-US" sz="3200"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3200" b="1">
              <a:solidFill>
                <a:srgbClr val="000000"/>
              </a:solidFill>
              <a:latin typeface="Cardo Bold" panose="02020804080000020003"/>
              <a:ea typeface="Cardo Bold" panose="02020804080000020003"/>
              <a:cs typeface="Cardo Bold" panose="02020804080000020003"/>
              <a:sym typeface="Cardo Bold" panose="02020804080000020003"/>
            </a:endParaRPr>
          </a:p>
        </p:txBody>
      </p:sp>
      <p:sp>
        <p:nvSpPr>
          <p:cNvPr id="41" name="Text Box 40"/>
          <p:cNvSpPr txBox="1"/>
          <p:nvPr/>
        </p:nvSpPr>
        <p:spPr>
          <a:xfrm>
            <a:off x="3829050" y="9561195"/>
            <a:ext cx="7112000" cy="275590"/>
          </a:xfrm>
          <a:prstGeom prst="rect">
            <a:avLst/>
          </a:prstGeom>
          <a:noFill/>
        </p:spPr>
        <p:txBody>
          <a:bodyPr wrap="square" rtlCol="0" anchor="t">
            <a:spAutoFit/>
          </a:bodyPr>
          <a:p>
            <a:pPr algn="ctr"/>
            <a:r>
              <a:rPr lang="en-US" sz="1200" b="1">
                <a:solidFill>
                  <a:srgbClr val="C00000"/>
                </a:solidFill>
                <a:latin typeface="Cardo Bold" panose="02020804080000020003"/>
                <a:ea typeface="Cardo Bold" panose="02020804080000020003"/>
                <a:cs typeface="Cardo Bold" panose="02020804080000020003"/>
                <a:sym typeface="Cardo Bold" panose="02020804080000020003"/>
              </a:rPr>
              <a:t>Certificate ID : TCEK/RD/2026/0001</a:t>
            </a:r>
            <a:endParaRPr lang="en-US" sz="1200" b="1">
              <a:solidFill>
                <a:srgbClr val="C00000"/>
              </a:solidFill>
              <a:latin typeface="Cardo Bold" panose="02020804080000020003"/>
              <a:ea typeface="Cardo Bold" panose="02020804080000020003"/>
              <a:cs typeface="Cardo Bold" panose="02020804080000020003"/>
              <a:sym typeface="Cardo Bold" panose="02020804080000020003"/>
            </a:endParaRPr>
          </a:p>
        </p:txBody>
      </p:sp>
      <p:pic>
        <p:nvPicPr>
          <p:cNvPr id="21" name="Picture 20"/>
          <p:cNvPicPr>
            <a:picLocks noChangeAspect="1"/>
          </p:cNvPicPr>
          <p:nvPr/>
        </p:nvPicPr>
        <p:blipFill>
          <a:blip r:embed="rId22"/>
          <a:stretch>
            <a:fillRect/>
          </a:stretch>
        </p:blipFill>
        <p:spPr>
          <a:xfrm>
            <a:off x="2686050" y="656590"/>
            <a:ext cx="1172210" cy="1143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836</Words>
  <Application>WPS Presentation</Application>
  <PresentationFormat>On-screen Show (4:3)</PresentationFormat>
  <Paragraphs>37</Paragraphs>
  <Slides>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vt:i4>
      </vt:variant>
    </vt:vector>
  </HeadingPairs>
  <TitlesOfParts>
    <vt:vector size="12" baseType="lpstr">
      <vt:lpstr>Arial</vt:lpstr>
      <vt:lpstr>SimSun</vt:lpstr>
      <vt:lpstr>Wingdings</vt:lpstr>
      <vt:lpstr>Cardo Bold</vt:lpstr>
      <vt:lpstr>Bebas Neue Bold</vt:lpstr>
      <vt:lpstr>Cardo</vt:lpstr>
      <vt:lpstr>Microsoft YaHei</vt:lpstr>
      <vt:lpstr>Arial Unicode MS</vt:lpstr>
      <vt:lpstr>Calibri</vt:lpstr>
      <vt:lpstr>Cardo</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omerit cer</dc:title>
  <dc:creator/>
  <cp:lastModifiedBy>Saicharan Bhuthkuri</cp:lastModifiedBy>
  <cp:revision>11</cp:revision>
  <dcterms:created xsi:type="dcterms:W3CDTF">2006-08-16T00:00:00Z</dcterms:created>
  <dcterms:modified xsi:type="dcterms:W3CDTF">2026-08-15T16:33:47Z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7A2B20BD1A2848BA954EFECF13B735F6_12</vt:lpwstr>
  </property>
  <property fmtid="{D5CDD505-2E9C-101B-9397-08002B2CF9AE}" pid="3" name="KSOProductBuildVer">
    <vt:lpwstr>1033-12.1.0.28032</vt:lpwstr>
  </property>
</Properties>
</file>