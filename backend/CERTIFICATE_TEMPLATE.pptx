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libri" panose="020F0502020204030204" charset="0"/>
      <p:regular r:id="rId12"/>
      <p:bold r:id="rId13"/>
      <p:italic r:id="rId14"/>
      <p:boldItalic r:id="rId15"/>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1" name="Freeform 21"/>
          <p:cNvSpPr/>
          <p:nvPr/>
        </p:nvSpPr>
        <p:spPr>
          <a:xfrm>
            <a:off x="2667000" y="671993"/>
            <a:ext cx="1215974" cy="1215974"/>
          </a:xfrm>
          <a:custGeom>
            <a:avLst/>
            <a:gdLst/>
            <a:ahLst/>
            <a:cxnLst/>
            <a:rect l="l" t="t" r="r" b="b"/>
            <a:pathLst>
              <a:path w="1215974" h="1215974">
                <a:moveTo>
                  <a:pt x="0" y="0"/>
                </a:moveTo>
                <a:lnTo>
                  <a:pt x="1215974" y="0"/>
                </a:lnTo>
                <a:lnTo>
                  <a:pt x="1215974" y="1215974"/>
                </a:lnTo>
                <a:lnTo>
                  <a:pt x="0" y="1215974"/>
                </a:lnTo>
                <a:lnTo>
                  <a:pt x="0" y="0"/>
                </a:lnTo>
                <a:close/>
              </a:path>
            </a:pathLst>
          </a:custGeom>
          <a:blipFill>
            <a:blip r:embed="rId18"/>
            <a:stretch>
              <a:fillRect l="-383988" t="-17790" r="-6191" b="-20105"/>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9"/>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20"/>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1"/>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2"/>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participated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35" name="Text Box 34"/>
          <p:cNvSpPr txBox="1"/>
          <p:nvPr/>
        </p:nvSpPr>
        <p:spPr>
          <a:xfrm>
            <a:off x="5276850" y="9514205"/>
            <a:ext cx="4059555" cy="334645"/>
          </a:xfrm>
          <a:prstGeom prst="rect">
            <a:avLst/>
          </a:prstGeom>
          <a:noFill/>
        </p:spPr>
        <p:txBody>
          <a:bodyPr wrap="square" rtlCol="0" anchor="t">
            <a:no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828</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vt:i4>
      </vt:variant>
    </vt:vector>
  </HeadingPairs>
  <TitlesOfParts>
    <vt:vector size="11" baseType="lpstr">
      <vt:lpstr>Arial</vt:lpstr>
      <vt:lpstr>SimSun</vt:lpstr>
      <vt:lpstr>Wingdings</vt:lpstr>
      <vt:lpstr>Cardo Bold</vt:lpstr>
      <vt:lpstr>Bebas Neue Bold</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9</cp:revision>
  <dcterms:created xsi:type="dcterms:W3CDTF">2006-08-16T00:00:00Z</dcterms:created>
  <dcterms:modified xsi:type="dcterms:W3CDTF">2026-08-12T14:19:48Z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1033-12.1.0.28032</vt:lpwstr>
  </property>
</Properties>
</file>